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4"/>
  </p:sldMasterIdLst>
  <p:notesMasterIdLst>
    <p:notesMasterId r:id="rId33"/>
  </p:notesMasterIdLst>
  <p:handoutMasterIdLst>
    <p:handoutMasterId r:id="rId34"/>
  </p:handoutMasterIdLst>
  <p:sldIdLst>
    <p:sldId id="347" r:id="rId5"/>
    <p:sldId id="328" r:id="rId6"/>
    <p:sldId id="257" r:id="rId7"/>
    <p:sldId id="349" r:id="rId8"/>
    <p:sldId id="262" r:id="rId9"/>
    <p:sldId id="313" r:id="rId10"/>
    <p:sldId id="322" r:id="rId11"/>
    <p:sldId id="329" r:id="rId12"/>
    <p:sldId id="330" r:id="rId13"/>
    <p:sldId id="323" r:id="rId14"/>
    <p:sldId id="332" r:id="rId15"/>
    <p:sldId id="324" r:id="rId16"/>
    <p:sldId id="334" r:id="rId17"/>
    <p:sldId id="335" r:id="rId18"/>
    <p:sldId id="338" r:id="rId19"/>
    <p:sldId id="336" r:id="rId20"/>
    <p:sldId id="337" r:id="rId21"/>
    <p:sldId id="340" r:id="rId22"/>
    <p:sldId id="260" r:id="rId23"/>
    <p:sldId id="325" r:id="rId24"/>
    <p:sldId id="341" r:id="rId25"/>
    <p:sldId id="342" r:id="rId26"/>
    <p:sldId id="326" r:id="rId27"/>
    <p:sldId id="344" r:id="rId28"/>
    <p:sldId id="345" r:id="rId29"/>
    <p:sldId id="327" r:id="rId30"/>
    <p:sldId id="346" r:id="rId31"/>
    <p:sldId id="26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505E3EF-67EA-436B-97B2-0124C06EBD2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9" autoAdjust="0"/>
    <p:restoredTop sz="95660" autoAdjust="0"/>
  </p:normalViewPr>
  <p:slideViewPr>
    <p:cSldViewPr snapToGrid="0">
      <p:cViewPr varScale="1">
        <p:scale>
          <a:sx n="106" d="100"/>
          <a:sy n="106" d="100"/>
        </p:scale>
        <p:origin x="732" y="96"/>
      </p:cViewPr>
      <p:guideLst/>
    </p:cSldViewPr>
  </p:slideViewPr>
  <p:outlineViewPr>
    <p:cViewPr>
      <p:scale>
        <a:sx n="33" d="100"/>
        <a:sy n="33" d="100"/>
      </p:scale>
      <p:origin x="0" y="-4464"/>
    </p:cViewPr>
  </p:outlineViewPr>
  <p:notesTextViewPr>
    <p:cViewPr>
      <p:scale>
        <a:sx n="1" d="1"/>
        <a:sy n="1" d="1"/>
      </p:scale>
      <p:origin x="0" y="0"/>
    </p:cViewPr>
  </p:notesTextViewPr>
  <p:sorterViewPr>
    <p:cViewPr varScale="1">
      <p:scale>
        <a:sx n="1" d="1"/>
        <a:sy n="1" d="1"/>
      </p:scale>
      <p:origin x="0" y="-3149"/>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iagrams/_rels/data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ata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ata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ata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4E8296-8BDB-418E-86AF-BF71714AD4B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E14507E8-29BD-41C9-AA76-ED4AE7511FB1}">
      <dgm:prSet/>
      <dgm:spPr/>
      <dgm:t>
        <a:bodyPr/>
        <a:lstStyle/>
        <a:p>
          <a:r>
            <a:rPr lang="en-US" dirty="0"/>
            <a:t>Addressing the </a:t>
          </a:r>
          <a:r>
            <a:rPr lang="en-US" b="1" dirty="0"/>
            <a:t>Characteristics of the Dataset</a:t>
          </a:r>
          <a:r>
            <a:rPr lang="en-US" dirty="0"/>
            <a:t>, including its homogeneity composition and Data Sparsity, is critical for a comprehensive approach to Responsible AI (XAI).</a:t>
          </a:r>
        </a:p>
      </dgm:t>
    </dgm:pt>
    <dgm:pt modelId="{5D8A2A5B-F5DD-4A85-A97C-12052AFA9162}" type="parTrans" cxnId="{4A19200D-9623-4F6A-BB30-CEC3EC43AEA1}">
      <dgm:prSet/>
      <dgm:spPr/>
      <dgm:t>
        <a:bodyPr/>
        <a:lstStyle/>
        <a:p>
          <a:endParaRPr lang="en-US"/>
        </a:p>
      </dgm:t>
    </dgm:pt>
    <dgm:pt modelId="{25A26E9B-3DDE-45D4-A192-4E945D44283B}" type="sibTrans" cxnId="{4A19200D-9623-4F6A-BB30-CEC3EC43AEA1}">
      <dgm:prSet/>
      <dgm:spPr/>
      <dgm:t>
        <a:bodyPr/>
        <a:lstStyle/>
        <a:p>
          <a:endParaRPr lang="en-US"/>
        </a:p>
      </dgm:t>
    </dgm:pt>
    <dgm:pt modelId="{1A8C9153-AE42-4712-9BA0-2F1F651E8B68}">
      <dgm:prSet/>
      <dgm:spPr/>
      <dgm:t>
        <a:bodyPr/>
        <a:lstStyle/>
        <a:p>
          <a:r>
            <a:rPr lang="en-US"/>
            <a:t>1. </a:t>
          </a:r>
          <a:r>
            <a:rPr lang="en-US" b="1"/>
            <a:t>Homogeneity Composition</a:t>
          </a:r>
          <a:r>
            <a:rPr lang="en-US"/>
            <a:t>: balanced vs imbalanced datasets.</a:t>
          </a:r>
        </a:p>
      </dgm:t>
    </dgm:pt>
    <dgm:pt modelId="{1284913E-F463-4247-8258-7E6785112C89}" type="parTrans" cxnId="{680718FF-308F-4730-AEE5-F02FDD377847}">
      <dgm:prSet/>
      <dgm:spPr/>
      <dgm:t>
        <a:bodyPr/>
        <a:lstStyle/>
        <a:p>
          <a:endParaRPr lang="en-US"/>
        </a:p>
      </dgm:t>
    </dgm:pt>
    <dgm:pt modelId="{859F0D7C-A082-4EC1-91C7-F334122FBFCC}" type="sibTrans" cxnId="{680718FF-308F-4730-AEE5-F02FDD377847}">
      <dgm:prSet/>
      <dgm:spPr/>
      <dgm:t>
        <a:bodyPr/>
        <a:lstStyle/>
        <a:p>
          <a:endParaRPr lang="en-US"/>
        </a:p>
      </dgm:t>
    </dgm:pt>
    <dgm:pt modelId="{08C64A4F-CB68-4EC7-A994-A448B70D3CDC}">
      <dgm:prSet/>
      <dgm:spPr/>
      <dgm:t>
        <a:bodyPr/>
        <a:lstStyle/>
        <a:p>
          <a:r>
            <a:rPr lang="en-US"/>
            <a:t>2. </a:t>
          </a:r>
          <a:r>
            <a:rPr lang="en-US" b="1"/>
            <a:t>Data Sparsity</a:t>
          </a:r>
          <a:r>
            <a:rPr lang="en-US"/>
            <a:t>: small vs large datasets.</a:t>
          </a:r>
        </a:p>
      </dgm:t>
    </dgm:pt>
    <dgm:pt modelId="{09C4ECF9-B8FC-4A30-9BF4-E64669DB10F7}" type="parTrans" cxnId="{31CADF2E-813D-492A-BC76-05C4DACAE902}">
      <dgm:prSet/>
      <dgm:spPr/>
      <dgm:t>
        <a:bodyPr/>
        <a:lstStyle/>
        <a:p>
          <a:endParaRPr lang="en-US"/>
        </a:p>
      </dgm:t>
    </dgm:pt>
    <dgm:pt modelId="{5E776F7C-4F90-47E0-9DA1-C89D8AB9EBE7}" type="sibTrans" cxnId="{31CADF2E-813D-492A-BC76-05C4DACAE902}">
      <dgm:prSet/>
      <dgm:spPr/>
      <dgm:t>
        <a:bodyPr/>
        <a:lstStyle/>
        <a:p>
          <a:endParaRPr lang="en-US"/>
        </a:p>
      </dgm:t>
    </dgm:pt>
    <dgm:pt modelId="{43B03BE1-989D-467A-8156-C9D226BF8751}" type="pres">
      <dgm:prSet presAssocID="{894E8296-8BDB-418E-86AF-BF71714AD4B4}" presName="hierChild1" presStyleCnt="0">
        <dgm:presLayoutVars>
          <dgm:chPref val="1"/>
          <dgm:dir/>
          <dgm:animOne val="branch"/>
          <dgm:animLvl val="lvl"/>
          <dgm:resizeHandles/>
        </dgm:presLayoutVars>
      </dgm:prSet>
      <dgm:spPr/>
    </dgm:pt>
    <dgm:pt modelId="{8E3B33AD-E962-4799-B561-8FF6397C44DE}" type="pres">
      <dgm:prSet presAssocID="{E14507E8-29BD-41C9-AA76-ED4AE7511FB1}" presName="hierRoot1" presStyleCnt="0"/>
      <dgm:spPr/>
    </dgm:pt>
    <dgm:pt modelId="{6D23871C-1F63-4709-9572-F6A8DC0700F7}" type="pres">
      <dgm:prSet presAssocID="{E14507E8-29BD-41C9-AA76-ED4AE7511FB1}" presName="composite" presStyleCnt="0"/>
      <dgm:spPr/>
    </dgm:pt>
    <dgm:pt modelId="{F5AF2E9A-BEFC-41CF-AB8D-E17098672FAA}" type="pres">
      <dgm:prSet presAssocID="{E14507E8-29BD-41C9-AA76-ED4AE7511FB1}" presName="background" presStyleLbl="node0" presStyleIdx="0" presStyleCnt="1"/>
      <dgm:spPr/>
    </dgm:pt>
    <dgm:pt modelId="{2C8B5D5C-68F5-4DC7-9389-5153B9DA44A9}" type="pres">
      <dgm:prSet presAssocID="{E14507E8-29BD-41C9-AA76-ED4AE7511FB1}" presName="text" presStyleLbl="fgAcc0" presStyleIdx="0" presStyleCnt="1">
        <dgm:presLayoutVars>
          <dgm:chPref val="3"/>
        </dgm:presLayoutVars>
      </dgm:prSet>
      <dgm:spPr/>
    </dgm:pt>
    <dgm:pt modelId="{CE503CA4-5DC9-45C2-8E5F-A9A27AA5D1A1}" type="pres">
      <dgm:prSet presAssocID="{E14507E8-29BD-41C9-AA76-ED4AE7511FB1}" presName="hierChild2" presStyleCnt="0"/>
      <dgm:spPr/>
    </dgm:pt>
    <dgm:pt modelId="{96D4AD35-FA69-42B3-BB9E-CC281F0BDF31}" type="pres">
      <dgm:prSet presAssocID="{1284913E-F463-4247-8258-7E6785112C89}" presName="Name10" presStyleLbl="parChTrans1D2" presStyleIdx="0" presStyleCnt="2"/>
      <dgm:spPr/>
    </dgm:pt>
    <dgm:pt modelId="{DC64DCFC-16A1-4B88-ABF3-4EAFA92C5713}" type="pres">
      <dgm:prSet presAssocID="{1A8C9153-AE42-4712-9BA0-2F1F651E8B68}" presName="hierRoot2" presStyleCnt="0"/>
      <dgm:spPr/>
    </dgm:pt>
    <dgm:pt modelId="{5461366C-1063-46B6-AB9D-81C2D434925A}" type="pres">
      <dgm:prSet presAssocID="{1A8C9153-AE42-4712-9BA0-2F1F651E8B68}" presName="composite2" presStyleCnt="0"/>
      <dgm:spPr/>
    </dgm:pt>
    <dgm:pt modelId="{9E82C72F-B189-431F-BC75-9F94A221098C}" type="pres">
      <dgm:prSet presAssocID="{1A8C9153-AE42-4712-9BA0-2F1F651E8B68}" presName="background2" presStyleLbl="node2" presStyleIdx="0" presStyleCnt="2"/>
      <dgm:spPr/>
    </dgm:pt>
    <dgm:pt modelId="{19E1F1CF-A865-4865-9C74-3B0E771B7948}" type="pres">
      <dgm:prSet presAssocID="{1A8C9153-AE42-4712-9BA0-2F1F651E8B68}" presName="text2" presStyleLbl="fgAcc2" presStyleIdx="0" presStyleCnt="2">
        <dgm:presLayoutVars>
          <dgm:chPref val="3"/>
        </dgm:presLayoutVars>
      </dgm:prSet>
      <dgm:spPr/>
    </dgm:pt>
    <dgm:pt modelId="{71E55EE6-EF2E-4601-9754-A61B0572A862}" type="pres">
      <dgm:prSet presAssocID="{1A8C9153-AE42-4712-9BA0-2F1F651E8B68}" presName="hierChild3" presStyleCnt="0"/>
      <dgm:spPr/>
    </dgm:pt>
    <dgm:pt modelId="{1461EF12-6624-4CFF-A3A0-8EAA9401551F}" type="pres">
      <dgm:prSet presAssocID="{09C4ECF9-B8FC-4A30-9BF4-E64669DB10F7}" presName="Name10" presStyleLbl="parChTrans1D2" presStyleIdx="1" presStyleCnt="2"/>
      <dgm:spPr/>
    </dgm:pt>
    <dgm:pt modelId="{EBD2D4FD-680C-4D26-9C9B-1C7934DEAB0E}" type="pres">
      <dgm:prSet presAssocID="{08C64A4F-CB68-4EC7-A994-A448B70D3CDC}" presName="hierRoot2" presStyleCnt="0"/>
      <dgm:spPr/>
    </dgm:pt>
    <dgm:pt modelId="{3711A66F-4855-4D8A-AF5A-4369EAE057D3}" type="pres">
      <dgm:prSet presAssocID="{08C64A4F-CB68-4EC7-A994-A448B70D3CDC}" presName="composite2" presStyleCnt="0"/>
      <dgm:spPr/>
    </dgm:pt>
    <dgm:pt modelId="{030E4842-487E-4916-99FD-9C1EF88AFA46}" type="pres">
      <dgm:prSet presAssocID="{08C64A4F-CB68-4EC7-A994-A448B70D3CDC}" presName="background2" presStyleLbl="node2" presStyleIdx="1" presStyleCnt="2"/>
      <dgm:spPr/>
    </dgm:pt>
    <dgm:pt modelId="{4ACE0C83-2276-49E1-B289-A82238892B2E}" type="pres">
      <dgm:prSet presAssocID="{08C64A4F-CB68-4EC7-A994-A448B70D3CDC}" presName="text2" presStyleLbl="fgAcc2" presStyleIdx="1" presStyleCnt="2">
        <dgm:presLayoutVars>
          <dgm:chPref val="3"/>
        </dgm:presLayoutVars>
      </dgm:prSet>
      <dgm:spPr/>
    </dgm:pt>
    <dgm:pt modelId="{3CA43E1F-A68B-44B7-9DC9-6CCD77C48626}" type="pres">
      <dgm:prSet presAssocID="{08C64A4F-CB68-4EC7-A994-A448B70D3CDC}" presName="hierChild3" presStyleCnt="0"/>
      <dgm:spPr/>
    </dgm:pt>
  </dgm:ptLst>
  <dgm:cxnLst>
    <dgm:cxn modelId="{4A19200D-9623-4F6A-BB30-CEC3EC43AEA1}" srcId="{894E8296-8BDB-418E-86AF-BF71714AD4B4}" destId="{E14507E8-29BD-41C9-AA76-ED4AE7511FB1}" srcOrd="0" destOrd="0" parTransId="{5D8A2A5B-F5DD-4A85-A97C-12052AFA9162}" sibTransId="{25A26E9B-3DDE-45D4-A192-4E945D44283B}"/>
    <dgm:cxn modelId="{31CADF2E-813D-492A-BC76-05C4DACAE902}" srcId="{E14507E8-29BD-41C9-AA76-ED4AE7511FB1}" destId="{08C64A4F-CB68-4EC7-A994-A448B70D3CDC}" srcOrd="1" destOrd="0" parTransId="{09C4ECF9-B8FC-4A30-9BF4-E64669DB10F7}" sibTransId="{5E776F7C-4F90-47E0-9DA1-C89D8AB9EBE7}"/>
    <dgm:cxn modelId="{3F309B41-DFE0-403A-9ACA-4E69A53A9A9E}" type="presOf" srcId="{E14507E8-29BD-41C9-AA76-ED4AE7511FB1}" destId="{2C8B5D5C-68F5-4DC7-9389-5153B9DA44A9}" srcOrd="0" destOrd="0" presId="urn:microsoft.com/office/officeart/2005/8/layout/hierarchy1"/>
    <dgm:cxn modelId="{E48B1D4A-234B-4C89-B009-B23BDCBEEBAB}" type="presOf" srcId="{894E8296-8BDB-418E-86AF-BF71714AD4B4}" destId="{43B03BE1-989D-467A-8156-C9D226BF8751}" srcOrd="0" destOrd="0" presId="urn:microsoft.com/office/officeart/2005/8/layout/hierarchy1"/>
    <dgm:cxn modelId="{92FC5778-D68B-4829-B9AC-E373E049E1CC}" type="presOf" srcId="{08C64A4F-CB68-4EC7-A994-A448B70D3CDC}" destId="{4ACE0C83-2276-49E1-B289-A82238892B2E}" srcOrd="0" destOrd="0" presId="urn:microsoft.com/office/officeart/2005/8/layout/hierarchy1"/>
    <dgm:cxn modelId="{350149D3-03D8-43E6-B500-94C1383DD360}" type="presOf" srcId="{1284913E-F463-4247-8258-7E6785112C89}" destId="{96D4AD35-FA69-42B3-BB9E-CC281F0BDF31}" srcOrd="0" destOrd="0" presId="urn:microsoft.com/office/officeart/2005/8/layout/hierarchy1"/>
    <dgm:cxn modelId="{8BD3B2DA-C599-4F44-A6A8-5A77DA1097C6}" type="presOf" srcId="{1A8C9153-AE42-4712-9BA0-2F1F651E8B68}" destId="{19E1F1CF-A865-4865-9C74-3B0E771B7948}" srcOrd="0" destOrd="0" presId="urn:microsoft.com/office/officeart/2005/8/layout/hierarchy1"/>
    <dgm:cxn modelId="{D2061DDF-17FC-4EA6-9ACD-D3C219E9E69B}" type="presOf" srcId="{09C4ECF9-B8FC-4A30-9BF4-E64669DB10F7}" destId="{1461EF12-6624-4CFF-A3A0-8EAA9401551F}" srcOrd="0" destOrd="0" presId="urn:microsoft.com/office/officeart/2005/8/layout/hierarchy1"/>
    <dgm:cxn modelId="{680718FF-308F-4730-AEE5-F02FDD377847}" srcId="{E14507E8-29BD-41C9-AA76-ED4AE7511FB1}" destId="{1A8C9153-AE42-4712-9BA0-2F1F651E8B68}" srcOrd="0" destOrd="0" parTransId="{1284913E-F463-4247-8258-7E6785112C89}" sibTransId="{859F0D7C-A082-4EC1-91C7-F334122FBFCC}"/>
    <dgm:cxn modelId="{698728F7-A8CE-41A3-8AD3-3C38B5117E76}" type="presParOf" srcId="{43B03BE1-989D-467A-8156-C9D226BF8751}" destId="{8E3B33AD-E962-4799-B561-8FF6397C44DE}" srcOrd="0" destOrd="0" presId="urn:microsoft.com/office/officeart/2005/8/layout/hierarchy1"/>
    <dgm:cxn modelId="{FAEB46CE-C1EE-4A4F-8BC2-E5AF9D10836C}" type="presParOf" srcId="{8E3B33AD-E962-4799-B561-8FF6397C44DE}" destId="{6D23871C-1F63-4709-9572-F6A8DC0700F7}" srcOrd="0" destOrd="0" presId="urn:microsoft.com/office/officeart/2005/8/layout/hierarchy1"/>
    <dgm:cxn modelId="{F2F86F43-FABA-430D-BC7A-C799CEDB309A}" type="presParOf" srcId="{6D23871C-1F63-4709-9572-F6A8DC0700F7}" destId="{F5AF2E9A-BEFC-41CF-AB8D-E17098672FAA}" srcOrd="0" destOrd="0" presId="urn:microsoft.com/office/officeart/2005/8/layout/hierarchy1"/>
    <dgm:cxn modelId="{6098C30C-C150-44EF-9213-C5DBAC351C69}" type="presParOf" srcId="{6D23871C-1F63-4709-9572-F6A8DC0700F7}" destId="{2C8B5D5C-68F5-4DC7-9389-5153B9DA44A9}" srcOrd="1" destOrd="0" presId="urn:microsoft.com/office/officeart/2005/8/layout/hierarchy1"/>
    <dgm:cxn modelId="{CEA91358-5EF3-4F60-9D5D-896BA741551A}" type="presParOf" srcId="{8E3B33AD-E962-4799-B561-8FF6397C44DE}" destId="{CE503CA4-5DC9-45C2-8E5F-A9A27AA5D1A1}" srcOrd="1" destOrd="0" presId="urn:microsoft.com/office/officeart/2005/8/layout/hierarchy1"/>
    <dgm:cxn modelId="{E5B0963D-8310-423D-B049-767D389E54A3}" type="presParOf" srcId="{CE503CA4-5DC9-45C2-8E5F-A9A27AA5D1A1}" destId="{96D4AD35-FA69-42B3-BB9E-CC281F0BDF31}" srcOrd="0" destOrd="0" presId="urn:microsoft.com/office/officeart/2005/8/layout/hierarchy1"/>
    <dgm:cxn modelId="{C63C1A53-FC76-4E3D-93C2-0AF492CCD457}" type="presParOf" srcId="{CE503CA4-5DC9-45C2-8E5F-A9A27AA5D1A1}" destId="{DC64DCFC-16A1-4B88-ABF3-4EAFA92C5713}" srcOrd="1" destOrd="0" presId="urn:microsoft.com/office/officeart/2005/8/layout/hierarchy1"/>
    <dgm:cxn modelId="{9FEC7398-C9A0-499D-AA9A-95CDB2D6D1A8}" type="presParOf" srcId="{DC64DCFC-16A1-4B88-ABF3-4EAFA92C5713}" destId="{5461366C-1063-46B6-AB9D-81C2D434925A}" srcOrd="0" destOrd="0" presId="urn:microsoft.com/office/officeart/2005/8/layout/hierarchy1"/>
    <dgm:cxn modelId="{1C01D969-60F1-4550-84AF-267394A02624}" type="presParOf" srcId="{5461366C-1063-46B6-AB9D-81C2D434925A}" destId="{9E82C72F-B189-431F-BC75-9F94A221098C}" srcOrd="0" destOrd="0" presId="urn:microsoft.com/office/officeart/2005/8/layout/hierarchy1"/>
    <dgm:cxn modelId="{9D322569-438C-4717-853D-C7982D4FFF28}" type="presParOf" srcId="{5461366C-1063-46B6-AB9D-81C2D434925A}" destId="{19E1F1CF-A865-4865-9C74-3B0E771B7948}" srcOrd="1" destOrd="0" presId="urn:microsoft.com/office/officeart/2005/8/layout/hierarchy1"/>
    <dgm:cxn modelId="{274124CA-4ABD-4908-A638-77AB118C3B65}" type="presParOf" srcId="{DC64DCFC-16A1-4B88-ABF3-4EAFA92C5713}" destId="{71E55EE6-EF2E-4601-9754-A61B0572A862}" srcOrd="1" destOrd="0" presId="urn:microsoft.com/office/officeart/2005/8/layout/hierarchy1"/>
    <dgm:cxn modelId="{22669F08-E7DD-40B2-8E48-375FC08474C9}" type="presParOf" srcId="{CE503CA4-5DC9-45C2-8E5F-A9A27AA5D1A1}" destId="{1461EF12-6624-4CFF-A3A0-8EAA9401551F}" srcOrd="2" destOrd="0" presId="urn:microsoft.com/office/officeart/2005/8/layout/hierarchy1"/>
    <dgm:cxn modelId="{B391266C-56E6-4535-BC3E-4E0833BD177C}" type="presParOf" srcId="{CE503CA4-5DC9-45C2-8E5F-A9A27AA5D1A1}" destId="{EBD2D4FD-680C-4D26-9C9B-1C7934DEAB0E}" srcOrd="3" destOrd="0" presId="urn:microsoft.com/office/officeart/2005/8/layout/hierarchy1"/>
    <dgm:cxn modelId="{EF6034B6-9D49-4EF2-B377-DBFC90B52D52}" type="presParOf" srcId="{EBD2D4FD-680C-4D26-9C9B-1C7934DEAB0E}" destId="{3711A66F-4855-4D8A-AF5A-4369EAE057D3}" srcOrd="0" destOrd="0" presId="urn:microsoft.com/office/officeart/2005/8/layout/hierarchy1"/>
    <dgm:cxn modelId="{E87919C8-5AEF-45DE-852C-C2FFE51AB89F}" type="presParOf" srcId="{3711A66F-4855-4D8A-AF5A-4369EAE057D3}" destId="{030E4842-487E-4916-99FD-9C1EF88AFA46}" srcOrd="0" destOrd="0" presId="urn:microsoft.com/office/officeart/2005/8/layout/hierarchy1"/>
    <dgm:cxn modelId="{1856CF8B-3022-4B0E-BC73-28E898D76913}" type="presParOf" srcId="{3711A66F-4855-4D8A-AF5A-4369EAE057D3}" destId="{4ACE0C83-2276-49E1-B289-A82238892B2E}" srcOrd="1" destOrd="0" presId="urn:microsoft.com/office/officeart/2005/8/layout/hierarchy1"/>
    <dgm:cxn modelId="{CECE485C-6A70-43C8-A81D-8F50C20832B5}" type="presParOf" srcId="{EBD2D4FD-680C-4D26-9C9B-1C7934DEAB0E}" destId="{3CA43E1F-A68B-44B7-9DC9-6CCD77C4862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12199C-CA1C-438B-A38E-097431F6FC4F}" type="doc">
      <dgm:prSet loTypeId="urn:microsoft.com/office/officeart/2008/layout/LinedList" loCatId="list" qsTypeId="urn:microsoft.com/office/officeart/2005/8/quickstyle/simple4" qsCatId="simple" csTypeId="urn:microsoft.com/office/officeart/2005/8/colors/accent0_3" csCatId="mainScheme"/>
      <dgm:spPr/>
      <dgm:t>
        <a:bodyPr/>
        <a:lstStyle/>
        <a:p>
          <a:endParaRPr lang="en-US"/>
        </a:p>
      </dgm:t>
    </dgm:pt>
    <dgm:pt modelId="{4C35633D-697E-4F52-A664-C7C649EBD74A}">
      <dgm:prSet/>
      <dgm:spPr/>
      <dgm:t>
        <a:bodyPr/>
        <a:lstStyle/>
        <a:p>
          <a:r>
            <a:rPr lang="en-US"/>
            <a:t>Introduction</a:t>
          </a:r>
        </a:p>
      </dgm:t>
    </dgm:pt>
    <dgm:pt modelId="{F1938160-D996-4334-A5CA-3467C85F32C5}" type="parTrans" cxnId="{973E8499-09D7-4948-8FB1-283D892711EE}">
      <dgm:prSet/>
      <dgm:spPr/>
      <dgm:t>
        <a:bodyPr/>
        <a:lstStyle/>
        <a:p>
          <a:endParaRPr lang="en-US"/>
        </a:p>
      </dgm:t>
    </dgm:pt>
    <dgm:pt modelId="{F63FD5B3-F9B2-4936-918E-70B3E6CA11ED}" type="sibTrans" cxnId="{973E8499-09D7-4948-8FB1-283D892711EE}">
      <dgm:prSet/>
      <dgm:spPr/>
      <dgm:t>
        <a:bodyPr/>
        <a:lstStyle/>
        <a:p>
          <a:endParaRPr lang="en-US"/>
        </a:p>
      </dgm:t>
    </dgm:pt>
    <dgm:pt modelId="{022D92C0-017E-4D94-B149-7196B3A95A0E}">
      <dgm:prSet/>
      <dgm:spPr/>
      <dgm:t>
        <a:bodyPr/>
        <a:lstStyle/>
        <a:p>
          <a:r>
            <a:rPr lang="en-US"/>
            <a:t>Literature Review</a:t>
          </a:r>
        </a:p>
      </dgm:t>
    </dgm:pt>
    <dgm:pt modelId="{C60F474C-0BD2-422E-B6E6-1D8739D4A182}" type="parTrans" cxnId="{15E96FE6-D940-4833-9418-CCCF7600F922}">
      <dgm:prSet/>
      <dgm:spPr/>
      <dgm:t>
        <a:bodyPr/>
        <a:lstStyle/>
        <a:p>
          <a:endParaRPr lang="en-US"/>
        </a:p>
      </dgm:t>
    </dgm:pt>
    <dgm:pt modelId="{93EF6B80-88A2-49C0-B025-520ED07944FC}" type="sibTrans" cxnId="{15E96FE6-D940-4833-9418-CCCF7600F922}">
      <dgm:prSet/>
      <dgm:spPr/>
      <dgm:t>
        <a:bodyPr/>
        <a:lstStyle/>
        <a:p>
          <a:endParaRPr lang="en-US"/>
        </a:p>
      </dgm:t>
    </dgm:pt>
    <dgm:pt modelId="{4AC9A5A9-C8C3-4E6A-88B1-9D1A3FF36E44}">
      <dgm:prSet/>
      <dgm:spPr/>
      <dgm:t>
        <a:bodyPr/>
        <a:lstStyle/>
        <a:p>
          <a:r>
            <a:rPr lang="en-US"/>
            <a:t>Methodology</a:t>
          </a:r>
        </a:p>
      </dgm:t>
    </dgm:pt>
    <dgm:pt modelId="{F96CFF82-DA83-49D3-8762-19527EA8D459}" type="parTrans" cxnId="{5DC7F777-7E7D-46E0-A0CF-02E04ECB1FF8}">
      <dgm:prSet/>
      <dgm:spPr/>
      <dgm:t>
        <a:bodyPr/>
        <a:lstStyle/>
        <a:p>
          <a:endParaRPr lang="en-US"/>
        </a:p>
      </dgm:t>
    </dgm:pt>
    <dgm:pt modelId="{DE008E1F-7D00-4409-88E2-33A2EFD959FD}" type="sibTrans" cxnId="{5DC7F777-7E7D-46E0-A0CF-02E04ECB1FF8}">
      <dgm:prSet/>
      <dgm:spPr/>
      <dgm:t>
        <a:bodyPr/>
        <a:lstStyle/>
        <a:p>
          <a:endParaRPr lang="en-US"/>
        </a:p>
      </dgm:t>
    </dgm:pt>
    <dgm:pt modelId="{6C215E5D-5BC9-48C4-82FF-936FD86C48C3}">
      <dgm:prSet/>
      <dgm:spPr/>
      <dgm:t>
        <a:bodyPr/>
        <a:lstStyle/>
        <a:p>
          <a:r>
            <a:rPr lang="en-US"/>
            <a:t>Result Findings</a:t>
          </a:r>
        </a:p>
      </dgm:t>
    </dgm:pt>
    <dgm:pt modelId="{311DD338-21FC-4EA9-9107-1C138010CEDB}" type="parTrans" cxnId="{2CD5D12D-9515-430E-A164-EBCB2ABBA88F}">
      <dgm:prSet/>
      <dgm:spPr/>
      <dgm:t>
        <a:bodyPr/>
        <a:lstStyle/>
        <a:p>
          <a:endParaRPr lang="en-US"/>
        </a:p>
      </dgm:t>
    </dgm:pt>
    <dgm:pt modelId="{6B77B8E4-87E5-4D9E-94AC-6CB484AEB6DC}" type="sibTrans" cxnId="{2CD5D12D-9515-430E-A164-EBCB2ABBA88F}">
      <dgm:prSet/>
      <dgm:spPr/>
      <dgm:t>
        <a:bodyPr/>
        <a:lstStyle/>
        <a:p>
          <a:endParaRPr lang="en-US"/>
        </a:p>
      </dgm:t>
    </dgm:pt>
    <dgm:pt modelId="{973880F7-5DBF-4939-AAD5-4BB1181D5073}">
      <dgm:prSet/>
      <dgm:spPr/>
      <dgm:t>
        <a:bodyPr/>
        <a:lstStyle/>
        <a:p>
          <a:r>
            <a:rPr lang="en-US"/>
            <a:t>Discussions</a:t>
          </a:r>
        </a:p>
      </dgm:t>
    </dgm:pt>
    <dgm:pt modelId="{3B27E278-5383-4C05-A52F-AC55CD4D0CAC}" type="parTrans" cxnId="{23D216F3-CEA1-4C3F-B84A-C1D91801D94C}">
      <dgm:prSet/>
      <dgm:spPr/>
      <dgm:t>
        <a:bodyPr/>
        <a:lstStyle/>
        <a:p>
          <a:endParaRPr lang="en-US"/>
        </a:p>
      </dgm:t>
    </dgm:pt>
    <dgm:pt modelId="{C6E1339E-0B3B-4D56-94D6-B92CADC3EB30}" type="sibTrans" cxnId="{23D216F3-CEA1-4C3F-B84A-C1D91801D94C}">
      <dgm:prSet/>
      <dgm:spPr/>
      <dgm:t>
        <a:bodyPr/>
        <a:lstStyle/>
        <a:p>
          <a:endParaRPr lang="en-US"/>
        </a:p>
      </dgm:t>
    </dgm:pt>
    <dgm:pt modelId="{AE79DB4A-E5D2-43A4-8E8A-758297F06D18}">
      <dgm:prSet/>
      <dgm:spPr/>
      <dgm:t>
        <a:bodyPr/>
        <a:lstStyle/>
        <a:p>
          <a:r>
            <a:rPr lang="en-US"/>
            <a:t>Conclusions</a:t>
          </a:r>
        </a:p>
      </dgm:t>
    </dgm:pt>
    <dgm:pt modelId="{3D7BBE66-E65A-4490-9D95-4E7CA61A7E2D}" type="parTrans" cxnId="{692D6EE5-3B9B-4A42-B5ED-7E9AE1637240}">
      <dgm:prSet/>
      <dgm:spPr/>
      <dgm:t>
        <a:bodyPr/>
        <a:lstStyle/>
        <a:p>
          <a:endParaRPr lang="en-US"/>
        </a:p>
      </dgm:t>
    </dgm:pt>
    <dgm:pt modelId="{BBCA17AA-C6C3-48D5-80EA-C7AF6EBBADCC}" type="sibTrans" cxnId="{692D6EE5-3B9B-4A42-B5ED-7E9AE1637240}">
      <dgm:prSet/>
      <dgm:spPr/>
      <dgm:t>
        <a:bodyPr/>
        <a:lstStyle/>
        <a:p>
          <a:endParaRPr lang="en-US"/>
        </a:p>
      </dgm:t>
    </dgm:pt>
    <dgm:pt modelId="{13135259-BE6E-4BA8-A17B-8DEAE132563C}">
      <dgm:prSet/>
      <dgm:spPr/>
      <dgm:t>
        <a:bodyPr/>
        <a:lstStyle/>
        <a:p>
          <a:r>
            <a:rPr lang="en-US"/>
            <a:t>Bibliography</a:t>
          </a:r>
        </a:p>
      </dgm:t>
    </dgm:pt>
    <dgm:pt modelId="{00936118-C865-4CC0-A81F-E76A48572C6C}" type="parTrans" cxnId="{8BD4D70A-E8BA-4211-BAA7-861FFB3FB1E4}">
      <dgm:prSet/>
      <dgm:spPr/>
      <dgm:t>
        <a:bodyPr/>
        <a:lstStyle/>
        <a:p>
          <a:endParaRPr lang="en-US"/>
        </a:p>
      </dgm:t>
    </dgm:pt>
    <dgm:pt modelId="{7F6802D9-F31B-4148-B76C-FB5A6EBBB6BC}" type="sibTrans" cxnId="{8BD4D70A-E8BA-4211-BAA7-861FFB3FB1E4}">
      <dgm:prSet/>
      <dgm:spPr/>
      <dgm:t>
        <a:bodyPr/>
        <a:lstStyle/>
        <a:p>
          <a:endParaRPr lang="en-US"/>
        </a:p>
      </dgm:t>
    </dgm:pt>
    <dgm:pt modelId="{0C30F89D-CE43-4FCA-A875-1E3D310213F1}" type="pres">
      <dgm:prSet presAssocID="{9E12199C-CA1C-438B-A38E-097431F6FC4F}" presName="vert0" presStyleCnt="0">
        <dgm:presLayoutVars>
          <dgm:dir/>
          <dgm:animOne val="branch"/>
          <dgm:animLvl val="lvl"/>
        </dgm:presLayoutVars>
      </dgm:prSet>
      <dgm:spPr/>
    </dgm:pt>
    <dgm:pt modelId="{1E178A85-83AC-4403-B363-64473D11FF73}" type="pres">
      <dgm:prSet presAssocID="{4C35633D-697E-4F52-A664-C7C649EBD74A}" presName="thickLine" presStyleLbl="alignNode1" presStyleIdx="0" presStyleCnt="7"/>
      <dgm:spPr/>
    </dgm:pt>
    <dgm:pt modelId="{92C69EB1-A3A4-4258-AF65-C6EA1078C312}" type="pres">
      <dgm:prSet presAssocID="{4C35633D-697E-4F52-A664-C7C649EBD74A}" presName="horz1" presStyleCnt="0"/>
      <dgm:spPr/>
    </dgm:pt>
    <dgm:pt modelId="{DC5E2BED-F50D-4131-9220-C12A90DD1C79}" type="pres">
      <dgm:prSet presAssocID="{4C35633D-697E-4F52-A664-C7C649EBD74A}" presName="tx1" presStyleLbl="revTx" presStyleIdx="0" presStyleCnt="7"/>
      <dgm:spPr/>
    </dgm:pt>
    <dgm:pt modelId="{52C4D67B-F04F-4685-B518-9FF279CCD057}" type="pres">
      <dgm:prSet presAssocID="{4C35633D-697E-4F52-A664-C7C649EBD74A}" presName="vert1" presStyleCnt="0"/>
      <dgm:spPr/>
    </dgm:pt>
    <dgm:pt modelId="{E9E41364-760B-4B5D-9FDF-04B62680C321}" type="pres">
      <dgm:prSet presAssocID="{022D92C0-017E-4D94-B149-7196B3A95A0E}" presName="thickLine" presStyleLbl="alignNode1" presStyleIdx="1" presStyleCnt="7"/>
      <dgm:spPr/>
    </dgm:pt>
    <dgm:pt modelId="{71C33364-1B0E-4577-96D1-DE0CCF697DA1}" type="pres">
      <dgm:prSet presAssocID="{022D92C0-017E-4D94-B149-7196B3A95A0E}" presName="horz1" presStyleCnt="0"/>
      <dgm:spPr/>
    </dgm:pt>
    <dgm:pt modelId="{D0B50051-73D6-4DCB-914C-428A9EC6C1BE}" type="pres">
      <dgm:prSet presAssocID="{022D92C0-017E-4D94-B149-7196B3A95A0E}" presName="tx1" presStyleLbl="revTx" presStyleIdx="1" presStyleCnt="7"/>
      <dgm:spPr/>
    </dgm:pt>
    <dgm:pt modelId="{F7555D3D-F593-468E-9995-B133AB8C792E}" type="pres">
      <dgm:prSet presAssocID="{022D92C0-017E-4D94-B149-7196B3A95A0E}" presName="vert1" presStyleCnt="0"/>
      <dgm:spPr/>
    </dgm:pt>
    <dgm:pt modelId="{10545F23-7DD5-4912-986A-A410B0313DD2}" type="pres">
      <dgm:prSet presAssocID="{4AC9A5A9-C8C3-4E6A-88B1-9D1A3FF36E44}" presName="thickLine" presStyleLbl="alignNode1" presStyleIdx="2" presStyleCnt="7"/>
      <dgm:spPr/>
    </dgm:pt>
    <dgm:pt modelId="{6EC364E0-3273-44EC-B3D0-CDCECEBF893B}" type="pres">
      <dgm:prSet presAssocID="{4AC9A5A9-C8C3-4E6A-88B1-9D1A3FF36E44}" presName="horz1" presStyleCnt="0"/>
      <dgm:spPr/>
    </dgm:pt>
    <dgm:pt modelId="{2C4E705F-91EC-4522-A7C8-78FDBBC18825}" type="pres">
      <dgm:prSet presAssocID="{4AC9A5A9-C8C3-4E6A-88B1-9D1A3FF36E44}" presName="tx1" presStyleLbl="revTx" presStyleIdx="2" presStyleCnt="7"/>
      <dgm:spPr/>
    </dgm:pt>
    <dgm:pt modelId="{F099545D-B678-460D-8322-72DD0A497FF3}" type="pres">
      <dgm:prSet presAssocID="{4AC9A5A9-C8C3-4E6A-88B1-9D1A3FF36E44}" presName="vert1" presStyleCnt="0"/>
      <dgm:spPr/>
    </dgm:pt>
    <dgm:pt modelId="{8AEC3A86-78C2-4AB7-B003-664C25DD9EEC}" type="pres">
      <dgm:prSet presAssocID="{6C215E5D-5BC9-48C4-82FF-936FD86C48C3}" presName="thickLine" presStyleLbl="alignNode1" presStyleIdx="3" presStyleCnt="7"/>
      <dgm:spPr/>
    </dgm:pt>
    <dgm:pt modelId="{B6CC0A21-6C3B-4BE7-9080-BD821F0B8125}" type="pres">
      <dgm:prSet presAssocID="{6C215E5D-5BC9-48C4-82FF-936FD86C48C3}" presName="horz1" presStyleCnt="0"/>
      <dgm:spPr/>
    </dgm:pt>
    <dgm:pt modelId="{DD9E6FFE-3645-41FA-8558-557F54ED2FC6}" type="pres">
      <dgm:prSet presAssocID="{6C215E5D-5BC9-48C4-82FF-936FD86C48C3}" presName="tx1" presStyleLbl="revTx" presStyleIdx="3" presStyleCnt="7"/>
      <dgm:spPr/>
    </dgm:pt>
    <dgm:pt modelId="{25DD6EE7-6188-44BD-BA6B-0821421374A2}" type="pres">
      <dgm:prSet presAssocID="{6C215E5D-5BC9-48C4-82FF-936FD86C48C3}" presName="vert1" presStyleCnt="0"/>
      <dgm:spPr/>
    </dgm:pt>
    <dgm:pt modelId="{FBF3F39E-C8CD-46E1-A3A1-02D57207384D}" type="pres">
      <dgm:prSet presAssocID="{973880F7-5DBF-4939-AAD5-4BB1181D5073}" presName="thickLine" presStyleLbl="alignNode1" presStyleIdx="4" presStyleCnt="7"/>
      <dgm:spPr/>
    </dgm:pt>
    <dgm:pt modelId="{785D8FC2-D906-4A45-A999-D22399701E49}" type="pres">
      <dgm:prSet presAssocID="{973880F7-5DBF-4939-AAD5-4BB1181D5073}" presName="horz1" presStyleCnt="0"/>
      <dgm:spPr/>
    </dgm:pt>
    <dgm:pt modelId="{7287FCD5-2567-40E9-87E2-822CC0318BA0}" type="pres">
      <dgm:prSet presAssocID="{973880F7-5DBF-4939-AAD5-4BB1181D5073}" presName="tx1" presStyleLbl="revTx" presStyleIdx="4" presStyleCnt="7"/>
      <dgm:spPr/>
    </dgm:pt>
    <dgm:pt modelId="{39FFB3ED-23FE-4F1B-A7AF-CD7FBC5597AD}" type="pres">
      <dgm:prSet presAssocID="{973880F7-5DBF-4939-AAD5-4BB1181D5073}" presName="vert1" presStyleCnt="0"/>
      <dgm:spPr/>
    </dgm:pt>
    <dgm:pt modelId="{6B0734C7-BEBE-48C4-AF48-79C897CB814B}" type="pres">
      <dgm:prSet presAssocID="{AE79DB4A-E5D2-43A4-8E8A-758297F06D18}" presName="thickLine" presStyleLbl="alignNode1" presStyleIdx="5" presStyleCnt="7"/>
      <dgm:spPr/>
    </dgm:pt>
    <dgm:pt modelId="{742470E8-0F86-4204-B7B5-2702CE8D8150}" type="pres">
      <dgm:prSet presAssocID="{AE79DB4A-E5D2-43A4-8E8A-758297F06D18}" presName="horz1" presStyleCnt="0"/>
      <dgm:spPr/>
    </dgm:pt>
    <dgm:pt modelId="{5649A0E5-6C33-459F-BFB9-F8C77D8BEDD9}" type="pres">
      <dgm:prSet presAssocID="{AE79DB4A-E5D2-43A4-8E8A-758297F06D18}" presName="tx1" presStyleLbl="revTx" presStyleIdx="5" presStyleCnt="7"/>
      <dgm:spPr/>
    </dgm:pt>
    <dgm:pt modelId="{96A21AB3-67B1-470C-A832-6B6E00E7D46C}" type="pres">
      <dgm:prSet presAssocID="{AE79DB4A-E5D2-43A4-8E8A-758297F06D18}" presName="vert1" presStyleCnt="0"/>
      <dgm:spPr/>
    </dgm:pt>
    <dgm:pt modelId="{045FF766-8909-4B93-B3E7-CB908921DE9A}" type="pres">
      <dgm:prSet presAssocID="{13135259-BE6E-4BA8-A17B-8DEAE132563C}" presName="thickLine" presStyleLbl="alignNode1" presStyleIdx="6" presStyleCnt="7"/>
      <dgm:spPr/>
    </dgm:pt>
    <dgm:pt modelId="{8E322140-D77B-4D02-987E-3A205D169258}" type="pres">
      <dgm:prSet presAssocID="{13135259-BE6E-4BA8-A17B-8DEAE132563C}" presName="horz1" presStyleCnt="0"/>
      <dgm:spPr/>
    </dgm:pt>
    <dgm:pt modelId="{2F8906AB-98E9-4FFB-89F0-1C28E18C2C92}" type="pres">
      <dgm:prSet presAssocID="{13135259-BE6E-4BA8-A17B-8DEAE132563C}" presName="tx1" presStyleLbl="revTx" presStyleIdx="6" presStyleCnt="7"/>
      <dgm:spPr/>
    </dgm:pt>
    <dgm:pt modelId="{1F57C3D4-234A-4A27-B586-8C30F652ACDC}" type="pres">
      <dgm:prSet presAssocID="{13135259-BE6E-4BA8-A17B-8DEAE132563C}" presName="vert1" presStyleCnt="0"/>
      <dgm:spPr/>
    </dgm:pt>
  </dgm:ptLst>
  <dgm:cxnLst>
    <dgm:cxn modelId="{3315EB07-89B7-4763-8BD3-DC82FB2B71EA}" type="presOf" srcId="{4AC9A5A9-C8C3-4E6A-88B1-9D1A3FF36E44}" destId="{2C4E705F-91EC-4522-A7C8-78FDBBC18825}" srcOrd="0" destOrd="0" presId="urn:microsoft.com/office/officeart/2008/layout/LinedList"/>
    <dgm:cxn modelId="{8BD4D70A-E8BA-4211-BAA7-861FFB3FB1E4}" srcId="{9E12199C-CA1C-438B-A38E-097431F6FC4F}" destId="{13135259-BE6E-4BA8-A17B-8DEAE132563C}" srcOrd="6" destOrd="0" parTransId="{00936118-C865-4CC0-A81F-E76A48572C6C}" sibTransId="{7F6802D9-F31B-4148-B76C-FB5A6EBBB6BC}"/>
    <dgm:cxn modelId="{4D93D32A-1634-4C82-8559-BC2781324197}" type="presOf" srcId="{022D92C0-017E-4D94-B149-7196B3A95A0E}" destId="{D0B50051-73D6-4DCB-914C-428A9EC6C1BE}" srcOrd="0" destOrd="0" presId="urn:microsoft.com/office/officeart/2008/layout/LinedList"/>
    <dgm:cxn modelId="{2CD5D12D-9515-430E-A164-EBCB2ABBA88F}" srcId="{9E12199C-CA1C-438B-A38E-097431F6FC4F}" destId="{6C215E5D-5BC9-48C4-82FF-936FD86C48C3}" srcOrd="3" destOrd="0" parTransId="{311DD338-21FC-4EA9-9107-1C138010CEDB}" sibTransId="{6B77B8E4-87E5-4D9E-94AC-6CB484AEB6DC}"/>
    <dgm:cxn modelId="{B2A95A5E-7224-46BE-8B41-CCFDD9705383}" type="presOf" srcId="{AE79DB4A-E5D2-43A4-8E8A-758297F06D18}" destId="{5649A0E5-6C33-459F-BFB9-F8C77D8BEDD9}" srcOrd="0" destOrd="0" presId="urn:microsoft.com/office/officeart/2008/layout/LinedList"/>
    <dgm:cxn modelId="{5DC7F777-7E7D-46E0-A0CF-02E04ECB1FF8}" srcId="{9E12199C-CA1C-438B-A38E-097431F6FC4F}" destId="{4AC9A5A9-C8C3-4E6A-88B1-9D1A3FF36E44}" srcOrd="2" destOrd="0" parTransId="{F96CFF82-DA83-49D3-8762-19527EA8D459}" sibTransId="{DE008E1F-7D00-4409-88E2-33A2EFD959FD}"/>
    <dgm:cxn modelId="{2B846398-FE14-4416-A28C-F6554ABFD58E}" type="presOf" srcId="{9E12199C-CA1C-438B-A38E-097431F6FC4F}" destId="{0C30F89D-CE43-4FCA-A875-1E3D310213F1}" srcOrd="0" destOrd="0" presId="urn:microsoft.com/office/officeart/2008/layout/LinedList"/>
    <dgm:cxn modelId="{973E8499-09D7-4948-8FB1-283D892711EE}" srcId="{9E12199C-CA1C-438B-A38E-097431F6FC4F}" destId="{4C35633D-697E-4F52-A664-C7C649EBD74A}" srcOrd="0" destOrd="0" parTransId="{F1938160-D996-4334-A5CA-3467C85F32C5}" sibTransId="{F63FD5B3-F9B2-4936-918E-70B3E6CA11ED}"/>
    <dgm:cxn modelId="{B7FC189A-C918-40AC-8CCC-9A1BF55A75EB}" type="presOf" srcId="{6C215E5D-5BC9-48C4-82FF-936FD86C48C3}" destId="{DD9E6FFE-3645-41FA-8558-557F54ED2FC6}" srcOrd="0" destOrd="0" presId="urn:microsoft.com/office/officeart/2008/layout/LinedList"/>
    <dgm:cxn modelId="{6DF116CC-E7A4-49AD-AB42-7A104B6F63D0}" type="presOf" srcId="{13135259-BE6E-4BA8-A17B-8DEAE132563C}" destId="{2F8906AB-98E9-4FFB-89F0-1C28E18C2C92}" srcOrd="0" destOrd="0" presId="urn:microsoft.com/office/officeart/2008/layout/LinedList"/>
    <dgm:cxn modelId="{1A94C1D1-92E9-4563-8157-9027732E833E}" type="presOf" srcId="{4C35633D-697E-4F52-A664-C7C649EBD74A}" destId="{DC5E2BED-F50D-4131-9220-C12A90DD1C79}" srcOrd="0" destOrd="0" presId="urn:microsoft.com/office/officeart/2008/layout/LinedList"/>
    <dgm:cxn modelId="{692D6EE5-3B9B-4A42-B5ED-7E9AE1637240}" srcId="{9E12199C-CA1C-438B-A38E-097431F6FC4F}" destId="{AE79DB4A-E5D2-43A4-8E8A-758297F06D18}" srcOrd="5" destOrd="0" parTransId="{3D7BBE66-E65A-4490-9D95-4E7CA61A7E2D}" sibTransId="{BBCA17AA-C6C3-48D5-80EA-C7AF6EBBADCC}"/>
    <dgm:cxn modelId="{15E96FE6-D940-4833-9418-CCCF7600F922}" srcId="{9E12199C-CA1C-438B-A38E-097431F6FC4F}" destId="{022D92C0-017E-4D94-B149-7196B3A95A0E}" srcOrd="1" destOrd="0" parTransId="{C60F474C-0BD2-422E-B6E6-1D8739D4A182}" sibTransId="{93EF6B80-88A2-49C0-B025-520ED07944FC}"/>
    <dgm:cxn modelId="{AE3CACF2-3FAA-4D3E-9C96-BF59EC0EB3E3}" type="presOf" srcId="{973880F7-5DBF-4939-AAD5-4BB1181D5073}" destId="{7287FCD5-2567-40E9-87E2-822CC0318BA0}" srcOrd="0" destOrd="0" presId="urn:microsoft.com/office/officeart/2008/layout/LinedList"/>
    <dgm:cxn modelId="{23D216F3-CEA1-4C3F-B84A-C1D91801D94C}" srcId="{9E12199C-CA1C-438B-A38E-097431F6FC4F}" destId="{973880F7-5DBF-4939-AAD5-4BB1181D5073}" srcOrd="4" destOrd="0" parTransId="{3B27E278-5383-4C05-A52F-AC55CD4D0CAC}" sibTransId="{C6E1339E-0B3B-4D56-94D6-B92CADC3EB30}"/>
    <dgm:cxn modelId="{CDE7E1B1-6F3D-4550-986F-7BA52E976668}" type="presParOf" srcId="{0C30F89D-CE43-4FCA-A875-1E3D310213F1}" destId="{1E178A85-83AC-4403-B363-64473D11FF73}" srcOrd="0" destOrd="0" presId="urn:microsoft.com/office/officeart/2008/layout/LinedList"/>
    <dgm:cxn modelId="{EDF82D94-7061-424C-A351-F9B20F4A1240}" type="presParOf" srcId="{0C30F89D-CE43-4FCA-A875-1E3D310213F1}" destId="{92C69EB1-A3A4-4258-AF65-C6EA1078C312}" srcOrd="1" destOrd="0" presId="urn:microsoft.com/office/officeart/2008/layout/LinedList"/>
    <dgm:cxn modelId="{22E8A70A-41F7-43A9-970D-0E9F4814CCE2}" type="presParOf" srcId="{92C69EB1-A3A4-4258-AF65-C6EA1078C312}" destId="{DC5E2BED-F50D-4131-9220-C12A90DD1C79}" srcOrd="0" destOrd="0" presId="urn:microsoft.com/office/officeart/2008/layout/LinedList"/>
    <dgm:cxn modelId="{947D9F14-5EEE-410F-883A-639BC3226947}" type="presParOf" srcId="{92C69EB1-A3A4-4258-AF65-C6EA1078C312}" destId="{52C4D67B-F04F-4685-B518-9FF279CCD057}" srcOrd="1" destOrd="0" presId="urn:microsoft.com/office/officeart/2008/layout/LinedList"/>
    <dgm:cxn modelId="{B41B8F9F-5426-45DC-B8E7-6486D2296367}" type="presParOf" srcId="{0C30F89D-CE43-4FCA-A875-1E3D310213F1}" destId="{E9E41364-760B-4B5D-9FDF-04B62680C321}" srcOrd="2" destOrd="0" presId="urn:microsoft.com/office/officeart/2008/layout/LinedList"/>
    <dgm:cxn modelId="{D337D0AE-75D6-4C36-BE48-D536B656CF26}" type="presParOf" srcId="{0C30F89D-CE43-4FCA-A875-1E3D310213F1}" destId="{71C33364-1B0E-4577-96D1-DE0CCF697DA1}" srcOrd="3" destOrd="0" presId="urn:microsoft.com/office/officeart/2008/layout/LinedList"/>
    <dgm:cxn modelId="{8821BE93-29C3-4BB3-AECB-A92ABEAD49A2}" type="presParOf" srcId="{71C33364-1B0E-4577-96D1-DE0CCF697DA1}" destId="{D0B50051-73D6-4DCB-914C-428A9EC6C1BE}" srcOrd="0" destOrd="0" presId="urn:microsoft.com/office/officeart/2008/layout/LinedList"/>
    <dgm:cxn modelId="{825DE2A5-FE88-4F0D-862C-8486BA5CB11F}" type="presParOf" srcId="{71C33364-1B0E-4577-96D1-DE0CCF697DA1}" destId="{F7555D3D-F593-468E-9995-B133AB8C792E}" srcOrd="1" destOrd="0" presId="urn:microsoft.com/office/officeart/2008/layout/LinedList"/>
    <dgm:cxn modelId="{261F7987-1FAA-4858-AF16-65F16A30B052}" type="presParOf" srcId="{0C30F89D-CE43-4FCA-A875-1E3D310213F1}" destId="{10545F23-7DD5-4912-986A-A410B0313DD2}" srcOrd="4" destOrd="0" presId="urn:microsoft.com/office/officeart/2008/layout/LinedList"/>
    <dgm:cxn modelId="{0BB0B5DE-3576-4F0F-A4B2-EC93502B96E7}" type="presParOf" srcId="{0C30F89D-CE43-4FCA-A875-1E3D310213F1}" destId="{6EC364E0-3273-44EC-B3D0-CDCECEBF893B}" srcOrd="5" destOrd="0" presId="urn:microsoft.com/office/officeart/2008/layout/LinedList"/>
    <dgm:cxn modelId="{310DECB6-D89B-4174-AF67-A20F779AEEC8}" type="presParOf" srcId="{6EC364E0-3273-44EC-B3D0-CDCECEBF893B}" destId="{2C4E705F-91EC-4522-A7C8-78FDBBC18825}" srcOrd="0" destOrd="0" presId="urn:microsoft.com/office/officeart/2008/layout/LinedList"/>
    <dgm:cxn modelId="{1627BBD5-3881-41A2-BDFF-666E43D45C23}" type="presParOf" srcId="{6EC364E0-3273-44EC-B3D0-CDCECEBF893B}" destId="{F099545D-B678-460D-8322-72DD0A497FF3}" srcOrd="1" destOrd="0" presId="urn:microsoft.com/office/officeart/2008/layout/LinedList"/>
    <dgm:cxn modelId="{D6AC7613-F4E2-49A2-A274-707CFDEE4CA3}" type="presParOf" srcId="{0C30F89D-CE43-4FCA-A875-1E3D310213F1}" destId="{8AEC3A86-78C2-4AB7-B003-664C25DD9EEC}" srcOrd="6" destOrd="0" presId="urn:microsoft.com/office/officeart/2008/layout/LinedList"/>
    <dgm:cxn modelId="{0E8340FA-5BAC-4A2C-9B1C-DB059EAD42C7}" type="presParOf" srcId="{0C30F89D-CE43-4FCA-A875-1E3D310213F1}" destId="{B6CC0A21-6C3B-4BE7-9080-BD821F0B8125}" srcOrd="7" destOrd="0" presId="urn:microsoft.com/office/officeart/2008/layout/LinedList"/>
    <dgm:cxn modelId="{D152C154-63FE-4A16-B8FE-D2768F305024}" type="presParOf" srcId="{B6CC0A21-6C3B-4BE7-9080-BD821F0B8125}" destId="{DD9E6FFE-3645-41FA-8558-557F54ED2FC6}" srcOrd="0" destOrd="0" presId="urn:microsoft.com/office/officeart/2008/layout/LinedList"/>
    <dgm:cxn modelId="{4DCC29C1-AECA-4183-BD70-749DBF4B527F}" type="presParOf" srcId="{B6CC0A21-6C3B-4BE7-9080-BD821F0B8125}" destId="{25DD6EE7-6188-44BD-BA6B-0821421374A2}" srcOrd="1" destOrd="0" presId="urn:microsoft.com/office/officeart/2008/layout/LinedList"/>
    <dgm:cxn modelId="{74168E01-F211-4C3A-BBDC-E3198FB7CE16}" type="presParOf" srcId="{0C30F89D-CE43-4FCA-A875-1E3D310213F1}" destId="{FBF3F39E-C8CD-46E1-A3A1-02D57207384D}" srcOrd="8" destOrd="0" presId="urn:microsoft.com/office/officeart/2008/layout/LinedList"/>
    <dgm:cxn modelId="{55A93BBD-A7AE-4ED3-984E-DDEA0E3BB6F1}" type="presParOf" srcId="{0C30F89D-CE43-4FCA-A875-1E3D310213F1}" destId="{785D8FC2-D906-4A45-A999-D22399701E49}" srcOrd="9" destOrd="0" presId="urn:microsoft.com/office/officeart/2008/layout/LinedList"/>
    <dgm:cxn modelId="{55D9A007-A74E-48EA-9FEC-DD007107481D}" type="presParOf" srcId="{785D8FC2-D906-4A45-A999-D22399701E49}" destId="{7287FCD5-2567-40E9-87E2-822CC0318BA0}" srcOrd="0" destOrd="0" presId="urn:microsoft.com/office/officeart/2008/layout/LinedList"/>
    <dgm:cxn modelId="{96089249-8B78-40C1-823C-C14C7D77000D}" type="presParOf" srcId="{785D8FC2-D906-4A45-A999-D22399701E49}" destId="{39FFB3ED-23FE-4F1B-A7AF-CD7FBC5597AD}" srcOrd="1" destOrd="0" presId="urn:microsoft.com/office/officeart/2008/layout/LinedList"/>
    <dgm:cxn modelId="{FC761238-67D4-4F71-BAA0-C4BB90870D7F}" type="presParOf" srcId="{0C30F89D-CE43-4FCA-A875-1E3D310213F1}" destId="{6B0734C7-BEBE-48C4-AF48-79C897CB814B}" srcOrd="10" destOrd="0" presId="urn:microsoft.com/office/officeart/2008/layout/LinedList"/>
    <dgm:cxn modelId="{A9DC9932-3AC8-42E3-AD6F-5E887457D8C3}" type="presParOf" srcId="{0C30F89D-CE43-4FCA-A875-1E3D310213F1}" destId="{742470E8-0F86-4204-B7B5-2702CE8D8150}" srcOrd="11" destOrd="0" presId="urn:microsoft.com/office/officeart/2008/layout/LinedList"/>
    <dgm:cxn modelId="{5266DDFD-09DB-47BC-B6A0-BE85A1A21C42}" type="presParOf" srcId="{742470E8-0F86-4204-B7B5-2702CE8D8150}" destId="{5649A0E5-6C33-459F-BFB9-F8C77D8BEDD9}" srcOrd="0" destOrd="0" presId="urn:microsoft.com/office/officeart/2008/layout/LinedList"/>
    <dgm:cxn modelId="{CA7AB2F9-F8B6-4AE2-87EC-0BD54C4546AA}" type="presParOf" srcId="{742470E8-0F86-4204-B7B5-2702CE8D8150}" destId="{96A21AB3-67B1-470C-A832-6B6E00E7D46C}" srcOrd="1" destOrd="0" presId="urn:microsoft.com/office/officeart/2008/layout/LinedList"/>
    <dgm:cxn modelId="{A6AC6F2E-7C6E-4180-852A-B1452AB05F9B}" type="presParOf" srcId="{0C30F89D-CE43-4FCA-A875-1E3D310213F1}" destId="{045FF766-8909-4B93-B3E7-CB908921DE9A}" srcOrd="12" destOrd="0" presId="urn:microsoft.com/office/officeart/2008/layout/LinedList"/>
    <dgm:cxn modelId="{A8257E48-19F2-4C24-A740-0523A2A36442}" type="presParOf" srcId="{0C30F89D-CE43-4FCA-A875-1E3D310213F1}" destId="{8E322140-D77B-4D02-987E-3A205D169258}" srcOrd="13" destOrd="0" presId="urn:microsoft.com/office/officeart/2008/layout/LinedList"/>
    <dgm:cxn modelId="{7539B541-1277-46D7-BE54-9C8510ED56EC}" type="presParOf" srcId="{8E322140-D77B-4D02-987E-3A205D169258}" destId="{2F8906AB-98E9-4FFB-89F0-1C28E18C2C92}" srcOrd="0" destOrd="0" presId="urn:microsoft.com/office/officeart/2008/layout/LinedList"/>
    <dgm:cxn modelId="{88AA6F18-EB14-4E91-903B-DBD52178DAC8}" type="presParOf" srcId="{8E322140-D77B-4D02-987E-3A205D169258}" destId="{1F57C3D4-234A-4A27-B586-8C30F652ACD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8E486B-7DFB-4B93-A07B-EDF083C0E5FA}"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DE51DC9-76AE-499A-BF10-61C4D509ECFF}">
      <dgm:prSet/>
      <dgm:spPr/>
      <dgm:t>
        <a:bodyPr/>
        <a:lstStyle/>
        <a:p>
          <a:pPr>
            <a:lnSpc>
              <a:spcPct val="100000"/>
            </a:lnSpc>
            <a:defRPr cap="all"/>
          </a:pPr>
          <a:r>
            <a:rPr lang="en-US" b="1" dirty="0"/>
            <a:t>Accuracy</a:t>
          </a:r>
          <a:r>
            <a:rPr lang="en-US" dirty="0"/>
            <a:t> shows the overall correctness of the model.</a:t>
          </a:r>
        </a:p>
      </dgm:t>
    </dgm:pt>
    <dgm:pt modelId="{F258BF6A-4932-4CD6-A0A2-6AF607E0C70E}" type="parTrans" cxnId="{AB97BAC1-EB16-4E99-8BAA-73DD9751AC6F}">
      <dgm:prSet/>
      <dgm:spPr/>
      <dgm:t>
        <a:bodyPr/>
        <a:lstStyle/>
        <a:p>
          <a:endParaRPr lang="en-US"/>
        </a:p>
      </dgm:t>
    </dgm:pt>
    <dgm:pt modelId="{3780C3F9-01C1-4943-8AB3-A64D5DF2AEEE}" type="sibTrans" cxnId="{AB97BAC1-EB16-4E99-8BAA-73DD9751AC6F}">
      <dgm:prSet/>
      <dgm:spPr/>
      <dgm:t>
        <a:bodyPr/>
        <a:lstStyle/>
        <a:p>
          <a:endParaRPr lang="en-US"/>
        </a:p>
      </dgm:t>
    </dgm:pt>
    <dgm:pt modelId="{6B2A7DAE-EDCB-40BE-AB25-C94C75549EC9}">
      <dgm:prSet/>
      <dgm:spPr/>
      <dgm:t>
        <a:bodyPr/>
        <a:lstStyle/>
        <a:p>
          <a:pPr>
            <a:lnSpc>
              <a:spcPct val="100000"/>
            </a:lnSpc>
            <a:defRPr cap="all"/>
          </a:pPr>
          <a:r>
            <a:rPr lang="en-US" b="1" dirty="0"/>
            <a:t>Precision</a:t>
          </a:r>
          <a:r>
            <a:rPr lang="en-US" dirty="0"/>
            <a:t> is a metric that measures how often a predicted label is correct.</a:t>
          </a:r>
        </a:p>
      </dgm:t>
    </dgm:pt>
    <dgm:pt modelId="{34F81B08-C668-4399-8358-2963E9EC0A7F}" type="parTrans" cxnId="{7D9F502F-17B1-4430-8932-BCE9352AE87D}">
      <dgm:prSet/>
      <dgm:spPr/>
      <dgm:t>
        <a:bodyPr/>
        <a:lstStyle/>
        <a:p>
          <a:endParaRPr lang="en-US"/>
        </a:p>
      </dgm:t>
    </dgm:pt>
    <dgm:pt modelId="{BE3A2F85-322C-4114-B1FB-12D3023E6FB8}" type="sibTrans" cxnId="{7D9F502F-17B1-4430-8932-BCE9352AE87D}">
      <dgm:prSet/>
      <dgm:spPr/>
      <dgm:t>
        <a:bodyPr/>
        <a:lstStyle/>
        <a:p>
          <a:endParaRPr lang="en-US"/>
        </a:p>
      </dgm:t>
    </dgm:pt>
    <dgm:pt modelId="{12968A8A-5EAC-4A32-B2B6-F9312876DBAC}">
      <dgm:prSet/>
      <dgm:spPr/>
      <dgm:t>
        <a:bodyPr/>
        <a:lstStyle/>
        <a:p>
          <a:pPr>
            <a:lnSpc>
              <a:spcPct val="100000"/>
            </a:lnSpc>
            <a:defRPr cap="all"/>
          </a:pPr>
          <a:r>
            <a:rPr lang="en-US" b="1" dirty="0"/>
            <a:t>Recall </a:t>
          </a:r>
          <a:r>
            <a:rPr lang="en-US" dirty="0"/>
            <a:t>is a metric that measures how often a true label is correctly predicted.</a:t>
          </a:r>
        </a:p>
      </dgm:t>
    </dgm:pt>
    <dgm:pt modelId="{2FA89887-2D42-4DA1-AEEF-C729F4DD2692}" type="parTrans" cxnId="{9BA22CB4-34C3-473D-B78E-2C5802C88482}">
      <dgm:prSet/>
      <dgm:spPr/>
      <dgm:t>
        <a:bodyPr/>
        <a:lstStyle/>
        <a:p>
          <a:endParaRPr lang="en-US"/>
        </a:p>
      </dgm:t>
    </dgm:pt>
    <dgm:pt modelId="{3926EF50-88A5-4A32-9504-22A4B8004A98}" type="sibTrans" cxnId="{9BA22CB4-34C3-473D-B78E-2C5802C88482}">
      <dgm:prSet/>
      <dgm:spPr/>
      <dgm:t>
        <a:bodyPr/>
        <a:lstStyle/>
        <a:p>
          <a:endParaRPr lang="en-US"/>
        </a:p>
      </dgm:t>
    </dgm:pt>
    <dgm:pt modelId="{8C5C5271-B01B-47DD-A895-6BDEDBB55A36}">
      <dgm:prSet/>
      <dgm:spPr/>
      <dgm:t>
        <a:bodyPr/>
        <a:lstStyle/>
        <a:p>
          <a:pPr>
            <a:lnSpc>
              <a:spcPct val="100000"/>
            </a:lnSpc>
            <a:defRPr cap="all"/>
          </a:pPr>
          <a:r>
            <a:rPr lang="en-US" b="1" dirty="0"/>
            <a:t>F1-score</a:t>
          </a:r>
          <a:r>
            <a:rPr lang="en-US" dirty="0"/>
            <a:t> is the harmonic mean of precision and recall.</a:t>
          </a:r>
        </a:p>
      </dgm:t>
    </dgm:pt>
    <dgm:pt modelId="{3B3F5E9D-1435-4D1D-83DE-1FB6BCA467AF}" type="parTrans" cxnId="{6541F0A5-65C7-43CE-9809-AC5DD2AEF084}">
      <dgm:prSet/>
      <dgm:spPr/>
      <dgm:t>
        <a:bodyPr/>
        <a:lstStyle/>
        <a:p>
          <a:endParaRPr lang="en-US"/>
        </a:p>
      </dgm:t>
    </dgm:pt>
    <dgm:pt modelId="{E0EC639E-7D85-4E7E-9450-20C4BC711054}" type="sibTrans" cxnId="{6541F0A5-65C7-43CE-9809-AC5DD2AEF084}">
      <dgm:prSet/>
      <dgm:spPr/>
      <dgm:t>
        <a:bodyPr/>
        <a:lstStyle/>
        <a:p>
          <a:endParaRPr lang="en-US"/>
        </a:p>
      </dgm:t>
    </dgm:pt>
    <dgm:pt modelId="{81D6B370-9386-4C2A-B6B1-8CE228285486}">
      <dgm:prSet/>
      <dgm:spPr/>
      <dgm:t>
        <a:bodyPr/>
        <a:lstStyle/>
        <a:p>
          <a:pPr>
            <a:lnSpc>
              <a:spcPct val="100000"/>
            </a:lnSpc>
            <a:defRPr cap="all"/>
          </a:pPr>
          <a:r>
            <a:rPr lang="en-US" b="1" dirty="0"/>
            <a:t>AUC-PR is </a:t>
          </a:r>
          <a:r>
            <a:rPr lang="en-US" b="0" dirty="0"/>
            <a:t>PRECISION-RECALL curve</a:t>
          </a:r>
          <a:r>
            <a:rPr lang="en-US" b="1" dirty="0"/>
            <a:t>, </a:t>
          </a:r>
          <a:r>
            <a:rPr lang="en-US" b="0" dirty="0"/>
            <a:t>SHOWS</a:t>
          </a:r>
          <a:r>
            <a:rPr lang="en-US" b="1" dirty="0"/>
            <a:t> </a:t>
          </a:r>
          <a:r>
            <a:rPr lang="en-ID" dirty="0"/>
            <a:t>overall performance of the model.</a:t>
          </a:r>
        </a:p>
        <a:p>
          <a:pPr>
            <a:lnSpc>
              <a:spcPct val="100000"/>
            </a:lnSpc>
            <a:defRPr cap="all"/>
          </a:pPr>
          <a:r>
            <a:rPr lang="en-ID" dirty="0"/>
            <a:t>A higher AUC value indicates better performance.</a:t>
          </a:r>
          <a:endParaRPr lang="en-US" dirty="0"/>
        </a:p>
      </dgm:t>
    </dgm:pt>
    <dgm:pt modelId="{7A013449-A7EA-41CB-B53D-962C0B38C6E5}" type="parTrans" cxnId="{DF6A4094-C631-4FCF-B52A-E37C98F364BC}">
      <dgm:prSet/>
      <dgm:spPr/>
      <dgm:t>
        <a:bodyPr/>
        <a:lstStyle/>
        <a:p>
          <a:endParaRPr lang="en-US"/>
        </a:p>
      </dgm:t>
    </dgm:pt>
    <dgm:pt modelId="{D9EFF658-59E5-4674-BA85-B75C18E62EDE}" type="sibTrans" cxnId="{DF6A4094-C631-4FCF-B52A-E37C98F364BC}">
      <dgm:prSet/>
      <dgm:spPr/>
      <dgm:t>
        <a:bodyPr/>
        <a:lstStyle/>
        <a:p>
          <a:endParaRPr lang="en-US"/>
        </a:p>
      </dgm:t>
    </dgm:pt>
    <dgm:pt modelId="{B0779822-AA2F-4EB0-8C74-D1ECBBA71D08}" type="pres">
      <dgm:prSet presAssocID="{388E486B-7DFB-4B93-A07B-EDF083C0E5FA}" presName="root" presStyleCnt="0">
        <dgm:presLayoutVars>
          <dgm:dir/>
          <dgm:resizeHandles val="exact"/>
        </dgm:presLayoutVars>
      </dgm:prSet>
      <dgm:spPr/>
    </dgm:pt>
    <dgm:pt modelId="{968ED0A5-26F3-4785-936D-7AB9F29CF094}" type="pres">
      <dgm:prSet presAssocID="{ADE51DC9-76AE-499A-BF10-61C4D509ECFF}" presName="compNode" presStyleCnt="0"/>
      <dgm:spPr/>
    </dgm:pt>
    <dgm:pt modelId="{B040E84C-0406-4C15-8F3B-0E05AC2901A7}" type="pres">
      <dgm:prSet presAssocID="{ADE51DC9-76AE-499A-BF10-61C4D509ECFF}" presName="iconBgRect" presStyleLbl="bgShp" presStyleIdx="0" presStyleCnt="5"/>
      <dgm:spPr/>
    </dgm:pt>
    <dgm:pt modelId="{7A478B10-5B64-4C69-8DA7-7F5FD35D7417}" type="pres">
      <dgm:prSet presAssocID="{ADE51DC9-76AE-499A-BF10-61C4D509ECF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ext>
      </dgm:extLst>
    </dgm:pt>
    <dgm:pt modelId="{FFD013BC-B93A-4D62-800D-DA5B6DA94D33}" type="pres">
      <dgm:prSet presAssocID="{ADE51DC9-76AE-499A-BF10-61C4D509ECFF}" presName="spaceRect" presStyleCnt="0"/>
      <dgm:spPr/>
    </dgm:pt>
    <dgm:pt modelId="{6DC36B62-0D7F-478C-A92D-91A7F90CF7F6}" type="pres">
      <dgm:prSet presAssocID="{ADE51DC9-76AE-499A-BF10-61C4D509ECFF}" presName="textRect" presStyleLbl="revTx" presStyleIdx="0" presStyleCnt="5">
        <dgm:presLayoutVars>
          <dgm:chMax val="1"/>
          <dgm:chPref val="1"/>
        </dgm:presLayoutVars>
      </dgm:prSet>
      <dgm:spPr/>
    </dgm:pt>
    <dgm:pt modelId="{30406CCF-A115-47A1-B2C5-7B91323E810A}" type="pres">
      <dgm:prSet presAssocID="{3780C3F9-01C1-4943-8AB3-A64D5DF2AEEE}" presName="sibTrans" presStyleCnt="0"/>
      <dgm:spPr/>
    </dgm:pt>
    <dgm:pt modelId="{03584BEC-8D43-422B-B0AD-CB49AA8ADD4F}" type="pres">
      <dgm:prSet presAssocID="{6B2A7DAE-EDCB-40BE-AB25-C94C75549EC9}" presName="compNode" presStyleCnt="0"/>
      <dgm:spPr/>
    </dgm:pt>
    <dgm:pt modelId="{EEA500C7-4ADB-4DFF-856D-8776E2A0BA63}" type="pres">
      <dgm:prSet presAssocID="{6B2A7DAE-EDCB-40BE-AB25-C94C75549EC9}" presName="iconBgRect" presStyleLbl="bgShp" presStyleIdx="1" presStyleCnt="5"/>
      <dgm:spPr/>
    </dgm:pt>
    <dgm:pt modelId="{DE0CA213-B179-4286-957B-12FB2B29B96A}" type="pres">
      <dgm:prSet presAssocID="{6B2A7DAE-EDCB-40BE-AB25-C94C75549EC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501FF00E-A706-41CC-BD29-32EEF881AB7A}" type="pres">
      <dgm:prSet presAssocID="{6B2A7DAE-EDCB-40BE-AB25-C94C75549EC9}" presName="spaceRect" presStyleCnt="0"/>
      <dgm:spPr/>
    </dgm:pt>
    <dgm:pt modelId="{BF02B75F-774E-4BD2-9A70-7FE459C4FEAF}" type="pres">
      <dgm:prSet presAssocID="{6B2A7DAE-EDCB-40BE-AB25-C94C75549EC9}" presName="textRect" presStyleLbl="revTx" presStyleIdx="1" presStyleCnt="5">
        <dgm:presLayoutVars>
          <dgm:chMax val="1"/>
          <dgm:chPref val="1"/>
        </dgm:presLayoutVars>
      </dgm:prSet>
      <dgm:spPr/>
    </dgm:pt>
    <dgm:pt modelId="{CEA926EC-31EA-4A47-B7F0-E546FBBF59FA}" type="pres">
      <dgm:prSet presAssocID="{BE3A2F85-322C-4114-B1FB-12D3023E6FB8}" presName="sibTrans" presStyleCnt="0"/>
      <dgm:spPr/>
    </dgm:pt>
    <dgm:pt modelId="{E81905A9-D0D1-446A-BA1D-0EF4A4D1F44F}" type="pres">
      <dgm:prSet presAssocID="{12968A8A-5EAC-4A32-B2B6-F9312876DBAC}" presName="compNode" presStyleCnt="0"/>
      <dgm:spPr/>
    </dgm:pt>
    <dgm:pt modelId="{A383093D-694B-423C-A9B1-CB6BB223CE26}" type="pres">
      <dgm:prSet presAssocID="{12968A8A-5EAC-4A32-B2B6-F9312876DBAC}" presName="iconBgRect" presStyleLbl="bgShp" presStyleIdx="2" presStyleCnt="5"/>
      <dgm:spPr/>
    </dgm:pt>
    <dgm:pt modelId="{C39ECB08-ADEE-43A0-91A5-9C9B7B22A40D}" type="pres">
      <dgm:prSet presAssocID="{12968A8A-5EAC-4A32-B2B6-F9312876DBA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ler"/>
        </a:ext>
      </dgm:extLst>
    </dgm:pt>
    <dgm:pt modelId="{1766EC8F-17E4-459E-B58D-A202727F308B}" type="pres">
      <dgm:prSet presAssocID="{12968A8A-5EAC-4A32-B2B6-F9312876DBAC}" presName="spaceRect" presStyleCnt="0"/>
      <dgm:spPr/>
    </dgm:pt>
    <dgm:pt modelId="{AAAC18CA-C1B4-4746-9C1D-2D061BA9B938}" type="pres">
      <dgm:prSet presAssocID="{12968A8A-5EAC-4A32-B2B6-F9312876DBAC}" presName="textRect" presStyleLbl="revTx" presStyleIdx="2" presStyleCnt="5">
        <dgm:presLayoutVars>
          <dgm:chMax val="1"/>
          <dgm:chPref val="1"/>
        </dgm:presLayoutVars>
      </dgm:prSet>
      <dgm:spPr/>
    </dgm:pt>
    <dgm:pt modelId="{B8C7D07D-4916-475B-BED4-F3FA465F5F62}" type="pres">
      <dgm:prSet presAssocID="{3926EF50-88A5-4A32-9504-22A4B8004A98}" presName="sibTrans" presStyleCnt="0"/>
      <dgm:spPr/>
    </dgm:pt>
    <dgm:pt modelId="{397733F2-3B17-4157-81A0-69A751D5CC38}" type="pres">
      <dgm:prSet presAssocID="{8C5C5271-B01B-47DD-A895-6BDEDBB55A36}" presName="compNode" presStyleCnt="0"/>
      <dgm:spPr/>
    </dgm:pt>
    <dgm:pt modelId="{1B858E88-C691-441E-867F-3354B80D5029}" type="pres">
      <dgm:prSet presAssocID="{8C5C5271-B01B-47DD-A895-6BDEDBB55A36}" presName="iconBgRect" presStyleLbl="bgShp" presStyleIdx="3" presStyleCnt="5"/>
      <dgm:spPr/>
    </dgm:pt>
    <dgm:pt modelId="{D74EB264-DE2A-4E35-8F76-7D7DD13067FC}" type="pres">
      <dgm:prSet presAssocID="{8C5C5271-B01B-47DD-A895-6BDEDBB55A3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ce"/>
        </a:ext>
      </dgm:extLst>
    </dgm:pt>
    <dgm:pt modelId="{A90E4FD7-2FFB-4CDA-835B-C2CD78D26CD2}" type="pres">
      <dgm:prSet presAssocID="{8C5C5271-B01B-47DD-A895-6BDEDBB55A36}" presName="spaceRect" presStyleCnt="0"/>
      <dgm:spPr/>
    </dgm:pt>
    <dgm:pt modelId="{4CCEF073-FF20-4C03-8F2C-F5C5F34AAA3B}" type="pres">
      <dgm:prSet presAssocID="{8C5C5271-B01B-47DD-A895-6BDEDBB55A36}" presName="textRect" presStyleLbl="revTx" presStyleIdx="3" presStyleCnt="5">
        <dgm:presLayoutVars>
          <dgm:chMax val="1"/>
          <dgm:chPref val="1"/>
        </dgm:presLayoutVars>
      </dgm:prSet>
      <dgm:spPr/>
    </dgm:pt>
    <dgm:pt modelId="{99D33D13-66AC-44E0-88EE-92BA6F1C5D62}" type="pres">
      <dgm:prSet presAssocID="{E0EC639E-7D85-4E7E-9450-20C4BC711054}" presName="sibTrans" presStyleCnt="0"/>
      <dgm:spPr/>
    </dgm:pt>
    <dgm:pt modelId="{8366BC84-FB48-4B9D-B124-6AE6D3CD6DD6}" type="pres">
      <dgm:prSet presAssocID="{81D6B370-9386-4C2A-B6B1-8CE228285486}" presName="compNode" presStyleCnt="0"/>
      <dgm:spPr/>
    </dgm:pt>
    <dgm:pt modelId="{6A68A31A-53ED-4C2D-A842-171494C9FF8C}" type="pres">
      <dgm:prSet presAssocID="{81D6B370-9386-4C2A-B6B1-8CE228285486}" presName="iconBgRect" presStyleLbl="bgShp" presStyleIdx="4" presStyleCnt="5"/>
      <dgm:spPr/>
    </dgm:pt>
    <dgm:pt modelId="{D079FF3E-C5F3-4733-82C8-14A218C7CF82}" type="pres">
      <dgm:prSet presAssocID="{81D6B370-9386-4C2A-B6B1-8CE22828548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Envelope"/>
        </a:ext>
      </dgm:extLst>
    </dgm:pt>
    <dgm:pt modelId="{51A3EB34-EFA2-4F90-AAA3-0145B528F001}" type="pres">
      <dgm:prSet presAssocID="{81D6B370-9386-4C2A-B6B1-8CE228285486}" presName="spaceRect" presStyleCnt="0"/>
      <dgm:spPr/>
    </dgm:pt>
    <dgm:pt modelId="{19A6016F-1DF8-43F6-A4B0-221830EFCA28}" type="pres">
      <dgm:prSet presAssocID="{81D6B370-9386-4C2A-B6B1-8CE228285486}" presName="textRect" presStyleLbl="revTx" presStyleIdx="4" presStyleCnt="5">
        <dgm:presLayoutVars>
          <dgm:chMax val="1"/>
          <dgm:chPref val="1"/>
        </dgm:presLayoutVars>
      </dgm:prSet>
      <dgm:spPr/>
    </dgm:pt>
  </dgm:ptLst>
  <dgm:cxnLst>
    <dgm:cxn modelId="{6713A616-D0BE-44A9-9058-10E31399DC1F}" type="presOf" srcId="{8C5C5271-B01B-47DD-A895-6BDEDBB55A36}" destId="{4CCEF073-FF20-4C03-8F2C-F5C5F34AAA3B}" srcOrd="0" destOrd="0" presId="urn:microsoft.com/office/officeart/2018/5/layout/IconCircleLabelList"/>
    <dgm:cxn modelId="{7A4AF71C-A904-4D00-A0E4-A2C143408E39}" type="presOf" srcId="{81D6B370-9386-4C2A-B6B1-8CE228285486}" destId="{19A6016F-1DF8-43F6-A4B0-221830EFCA28}" srcOrd="0" destOrd="0" presId="urn:microsoft.com/office/officeart/2018/5/layout/IconCircleLabelList"/>
    <dgm:cxn modelId="{7D9F502F-17B1-4430-8932-BCE9352AE87D}" srcId="{388E486B-7DFB-4B93-A07B-EDF083C0E5FA}" destId="{6B2A7DAE-EDCB-40BE-AB25-C94C75549EC9}" srcOrd="1" destOrd="0" parTransId="{34F81B08-C668-4399-8358-2963E9EC0A7F}" sibTransId="{BE3A2F85-322C-4114-B1FB-12D3023E6FB8}"/>
    <dgm:cxn modelId="{86D9B55A-A48E-4087-96F9-ADF1BDD423CA}" type="presOf" srcId="{12968A8A-5EAC-4A32-B2B6-F9312876DBAC}" destId="{AAAC18CA-C1B4-4746-9C1D-2D061BA9B938}" srcOrd="0" destOrd="0" presId="urn:microsoft.com/office/officeart/2018/5/layout/IconCircleLabelList"/>
    <dgm:cxn modelId="{E53A0389-61D4-4D79-AFD2-5DA2F2F46B56}" type="presOf" srcId="{ADE51DC9-76AE-499A-BF10-61C4D509ECFF}" destId="{6DC36B62-0D7F-478C-A92D-91A7F90CF7F6}" srcOrd="0" destOrd="0" presId="urn:microsoft.com/office/officeart/2018/5/layout/IconCircleLabelList"/>
    <dgm:cxn modelId="{DF6A4094-C631-4FCF-B52A-E37C98F364BC}" srcId="{388E486B-7DFB-4B93-A07B-EDF083C0E5FA}" destId="{81D6B370-9386-4C2A-B6B1-8CE228285486}" srcOrd="4" destOrd="0" parTransId="{7A013449-A7EA-41CB-B53D-962C0B38C6E5}" sibTransId="{D9EFF658-59E5-4674-BA85-B75C18E62EDE}"/>
    <dgm:cxn modelId="{6541F0A5-65C7-43CE-9809-AC5DD2AEF084}" srcId="{388E486B-7DFB-4B93-A07B-EDF083C0E5FA}" destId="{8C5C5271-B01B-47DD-A895-6BDEDBB55A36}" srcOrd="3" destOrd="0" parTransId="{3B3F5E9D-1435-4D1D-83DE-1FB6BCA467AF}" sibTransId="{E0EC639E-7D85-4E7E-9450-20C4BC711054}"/>
    <dgm:cxn modelId="{9BA22CB4-34C3-473D-B78E-2C5802C88482}" srcId="{388E486B-7DFB-4B93-A07B-EDF083C0E5FA}" destId="{12968A8A-5EAC-4A32-B2B6-F9312876DBAC}" srcOrd="2" destOrd="0" parTransId="{2FA89887-2D42-4DA1-AEEF-C729F4DD2692}" sibTransId="{3926EF50-88A5-4A32-9504-22A4B8004A98}"/>
    <dgm:cxn modelId="{377122B5-6B9F-45B7-841F-E43595479509}" type="presOf" srcId="{388E486B-7DFB-4B93-A07B-EDF083C0E5FA}" destId="{B0779822-AA2F-4EB0-8C74-D1ECBBA71D08}" srcOrd="0" destOrd="0" presId="urn:microsoft.com/office/officeart/2018/5/layout/IconCircleLabelList"/>
    <dgm:cxn modelId="{AB97BAC1-EB16-4E99-8BAA-73DD9751AC6F}" srcId="{388E486B-7DFB-4B93-A07B-EDF083C0E5FA}" destId="{ADE51DC9-76AE-499A-BF10-61C4D509ECFF}" srcOrd="0" destOrd="0" parTransId="{F258BF6A-4932-4CD6-A0A2-6AF607E0C70E}" sibTransId="{3780C3F9-01C1-4943-8AB3-A64D5DF2AEEE}"/>
    <dgm:cxn modelId="{A2F668D4-2398-4CC6-B48F-86B0B7A20BDD}" type="presOf" srcId="{6B2A7DAE-EDCB-40BE-AB25-C94C75549EC9}" destId="{BF02B75F-774E-4BD2-9A70-7FE459C4FEAF}" srcOrd="0" destOrd="0" presId="urn:microsoft.com/office/officeart/2018/5/layout/IconCircleLabelList"/>
    <dgm:cxn modelId="{EA1DAD40-4C9B-4519-A99D-D4B54D312726}" type="presParOf" srcId="{B0779822-AA2F-4EB0-8C74-D1ECBBA71D08}" destId="{968ED0A5-26F3-4785-936D-7AB9F29CF094}" srcOrd="0" destOrd="0" presId="urn:microsoft.com/office/officeart/2018/5/layout/IconCircleLabelList"/>
    <dgm:cxn modelId="{11D66E1F-FC41-41C7-B99C-E6BBF64CBEE3}" type="presParOf" srcId="{968ED0A5-26F3-4785-936D-7AB9F29CF094}" destId="{B040E84C-0406-4C15-8F3B-0E05AC2901A7}" srcOrd="0" destOrd="0" presId="urn:microsoft.com/office/officeart/2018/5/layout/IconCircleLabelList"/>
    <dgm:cxn modelId="{7779A240-3D53-4A44-A5E3-B82E586AC726}" type="presParOf" srcId="{968ED0A5-26F3-4785-936D-7AB9F29CF094}" destId="{7A478B10-5B64-4C69-8DA7-7F5FD35D7417}" srcOrd="1" destOrd="0" presId="urn:microsoft.com/office/officeart/2018/5/layout/IconCircleLabelList"/>
    <dgm:cxn modelId="{59AE02DB-E8D5-49E4-A5A8-3A7E67ACC18D}" type="presParOf" srcId="{968ED0A5-26F3-4785-936D-7AB9F29CF094}" destId="{FFD013BC-B93A-4D62-800D-DA5B6DA94D33}" srcOrd="2" destOrd="0" presId="urn:microsoft.com/office/officeart/2018/5/layout/IconCircleLabelList"/>
    <dgm:cxn modelId="{C35F5CB0-2D46-4FB3-9A8E-19E07985111E}" type="presParOf" srcId="{968ED0A5-26F3-4785-936D-7AB9F29CF094}" destId="{6DC36B62-0D7F-478C-A92D-91A7F90CF7F6}" srcOrd="3" destOrd="0" presId="urn:microsoft.com/office/officeart/2018/5/layout/IconCircleLabelList"/>
    <dgm:cxn modelId="{60D11983-CF9E-4BF2-A026-634265808FBA}" type="presParOf" srcId="{B0779822-AA2F-4EB0-8C74-D1ECBBA71D08}" destId="{30406CCF-A115-47A1-B2C5-7B91323E810A}" srcOrd="1" destOrd="0" presId="urn:microsoft.com/office/officeart/2018/5/layout/IconCircleLabelList"/>
    <dgm:cxn modelId="{4F6F4616-583D-47A6-AA14-54BAF8BDBC9E}" type="presParOf" srcId="{B0779822-AA2F-4EB0-8C74-D1ECBBA71D08}" destId="{03584BEC-8D43-422B-B0AD-CB49AA8ADD4F}" srcOrd="2" destOrd="0" presId="urn:microsoft.com/office/officeart/2018/5/layout/IconCircleLabelList"/>
    <dgm:cxn modelId="{1A2AD624-C90F-44A4-80AF-29D1A712FF3D}" type="presParOf" srcId="{03584BEC-8D43-422B-B0AD-CB49AA8ADD4F}" destId="{EEA500C7-4ADB-4DFF-856D-8776E2A0BA63}" srcOrd="0" destOrd="0" presId="urn:microsoft.com/office/officeart/2018/5/layout/IconCircleLabelList"/>
    <dgm:cxn modelId="{E5645E91-68C1-4265-976B-8B2406FE0751}" type="presParOf" srcId="{03584BEC-8D43-422B-B0AD-CB49AA8ADD4F}" destId="{DE0CA213-B179-4286-957B-12FB2B29B96A}" srcOrd="1" destOrd="0" presId="urn:microsoft.com/office/officeart/2018/5/layout/IconCircleLabelList"/>
    <dgm:cxn modelId="{D74844F6-7522-4571-885B-B2899C128A6C}" type="presParOf" srcId="{03584BEC-8D43-422B-B0AD-CB49AA8ADD4F}" destId="{501FF00E-A706-41CC-BD29-32EEF881AB7A}" srcOrd="2" destOrd="0" presId="urn:microsoft.com/office/officeart/2018/5/layout/IconCircleLabelList"/>
    <dgm:cxn modelId="{8C331885-09E0-460C-B3A7-3C58F3447A4C}" type="presParOf" srcId="{03584BEC-8D43-422B-B0AD-CB49AA8ADD4F}" destId="{BF02B75F-774E-4BD2-9A70-7FE459C4FEAF}" srcOrd="3" destOrd="0" presId="urn:microsoft.com/office/officeart/2018/5/layout/IconCircleLabelList"/>
    <dgm:cxn modelId="{929B631E-A996-48E6-AF0C-7EB5FE5E6033}" type="presParOf" srcId="{B0779822-AA2F-4EB0-8C74-D1ECBBA71D08}" destId="{CEA926EC-31EA-4A47-B7F0-E546FBBF59FA}" srcOrd="3" destOrd="0" presId="urn:microsoft.com/office/officeart/2018/5/layout/IconCircleLabelList"/>
    <dgm:cxn modelId="{6AC90CB8-9E83-441C-ABF1-91727E6D0129}" type="presParOf" srcId="{B0779822-AA2F-4EB0-8C74-D1ECBBA71D08}" destId="{E81905A9-D0D1-446A-BA1D-0EF4A4D1F44F}" srcOrd="4" destOrd="0" presId="urn:microsoft.com/office/officeart/2018/5/layout/IconCircleLabelList"/>
    <dgm:cxn modelId="{B1A0C79A-B007-4A63-9D53-46822D80BE3C}" type="presParOf" srcId="{E81905A9-D0D1-446A-BA1D-0EF4A4D1F44F}" destId="{A383093D-694B-423C-A9B1-CB6BB223CE26}" srcOrd="0" destOrd="0" presId="urn:microsoft.com/office/officeart/2018/5/layout/IconCircleLabelList"/>
    <dgm:cxn modelId="{F68FA41C-45AC-4026-B498-5CB9C9AF1A04}" type="presParOf" srcId="{E81905A9-D0D1-446A-BA1D-0EF4A4D1F44F}" destId="{C39ECB08-ADEE-43A0-91A5-9C9B7B22A40D}" srcOrd="1" destOrd="0" presId="urn:microsoft.com/office/officeart/2018/5/layout/IconCircleLabelList"/>
    <dgm:cxn modelId="{77AA4B6B-86C2-4F2C-9E5D-7F79E39176BB}" type="presParOf" srcId="{E81905A9-D0D1-446A-BA1D-0EF4A4D1F44F}" destId="{1766EC8F-17E4-459E-B58D-A202727F308B}" srcOrd="2" destOrd="0" presId="urn:microsoft.com/office/officeart/2018/5/layout/IconCircleLabelList"/>
    <dgm:cxn modelId="{53EAF3A6-F805-4F85-9833-70B256791C05}" type="presParOf" srcId="{E81905A9-D0D1-446A-BA1D-0EF4A4D1F44F}" destId="{AAAC18CA-C1B4-4746-9C1D-2D061BA9B938}" srcOrd="3" destOrd="0" presId="urn:microsoft.com/office/officeart/2018/5/layout/IconCircleLabelList"/>
    <dgm:cxn modelId="{C6518BF1-5FE1-4B68-90E2-B080A4E6AF9F}" type="presParOf" srcId="{B0779822-AA2F-4EB0-8C74-D1ECBBA71D08}" destId="{B8C7D07D-4916-475B-BED4-F3FA465F5F62}" srcOrd="5" destOrd="0" presId="urn:microsoft.com/office/officeart/2018/5/layout/IconCircleLabelList"/>
    <dgm:cxn modelId="{D0717F9C-4E10-4A23-9B8C-AD401EF28686}" type="presParOf" srcId="{B0779822-AA2F-4EB0-8C74-D1ECBBA71D08}" destId="{397733F2-3B17-4157-81A0-69A751D5CC38}" srcOrd="6" destOrd="0" presId="urn:microsoft.com/office/officeart/2018/5/layout/IconCircleLabelList"/>
    <dgm:cxn modelId="{095E6A90-DD14-4EEC-8A45-584175AA67F9}" type="presParOf" srcId="{397733F2-3B17-4157-81A0-69A751D5CC38}" destId="{1B858E88-C691-441E-867F-3354B80D5029}" srcOrd="0" destOrd="0" presId="urn:microsoft.com/office/officeart/2018/5/layout/IconCircleLabelList"/>
    <dgm:cxn modelId="{17088A95-8B91-4A2C-B956-E8EEA2747A66}" type="presParOf" srcId="{397733F2-3B17-4157-81A0-69A751D5CC38}" destId="{D74EB264-DE2A-4E35-8F76-7D7DD13067FC}" srcOrd="1" destOrd="0" presId="urn:microsoft.com/office/officeart/2018/5/layout/IconCircleLabelList"/>
    <dgm:cxn modelId="{18CAB3B6-72FE-49A2-87A0-F023AD9C9E33}" type="presParOf" srcId="{397733F2-3B17-4157-81A0-69A751D5CC38}" destId="{A90E4FD7-2FFB-4CDA-835B-C2CD78D26CD2}" srcOrd="2" destOrd="0" presId="urn:microsoft.com/office/officeart/2018/5/layout/IconCircleLabelList"/>
    <dgm:cxn modelId="{0F612079-504B-4235-9D4F-6AC0048A0D46}" type="presParOf" srcId="{397733F2-3B17-4157-81A0-69A751D5CC38}" destId="{4CCEF073-FF20-4C03-8F2C-F5C5F34AAA3B}" srcOrd="3" destOrd="0" presId="urn:microsoft.com/office/officeart/2018/5/layout/IconCircleLabelList"/>
    <dgm:cxn modelId="{4C0377AE-3FF0-4F6E-B4F6-87D3725DFBB3}" type="presParOf" srcId="{B0779822-AA2F-4EB0-8C74-D1ECBBA71D08}" destId="{99D33D13-66AC-44E0-88EE-92BA6F1C5D62}" srcOrd="7" destOrd="0" presId="urn:microsoft.com/office/officeart/2018/5/layout/IconCircleLabelList"/>
    <dgm:cxn modelId="{71BA464E-A7F4-4D12-AF78-9FA6F7EB56E1}" type="presParOf" srcId="{B0779822-AA2F-4EB0-8C74-D1ECBBA71D08}" destId="{8366BC84-FB48-4B9D-B124-6AE6D3CD6DD6}" srcOrd="8" destOrd="0" presId="urn:microsoft.com/office/officeart/2018/5/layout/IconCircleLabelList"/>
    <dgm:cxn modelId="{47F0A97F-F20E-46A0-9F59-053BCC6877D9}" type="presParOf" srcId="{8366BC84-FB48-4B9D-B124-6AE6D3CD6DD6}" destId="{6A68A31A-53ED-4C2D-A842-171494C9FF8C}" srcOrd="0" destOrd="0" presId="urn:microsoft.com/office/officeart/2018/5/layout/IconCircleLabelList"/>
    <dgm:cxn modelId="{73DE4541-E3A9-4AF8-95DB-8F9664A34D83}" type="presParOf" srcId="{8366BC84-FB48-4B9D-B124-6AE6D3CD6DD6}" destId="{D079FF3E-C5F3-4733-82C8-14A218C7CF82}" srcOrd="1" destOrd="0" presId="urn:microsoft.com/office/officeart/2018/5/layout/IconCircleLabelList"/>
    <dgm:cxn modelId="{6A05A1EE-4CB3-40E6-A89D-2245145C0E18}" type="presParOf" srcId="{8366BC84-FB48-4B9D-B124-6AE6D3CD6DD6}" destId="{51A3EB34-EFA2-4F90-AAA3-0145B528F001}" srcOrd="2" destOrd="0" presId="urn:microsoft.com/office/officeart/2018/5/layout/IconCircleLabelList"/>
    <dgm:cxn modelId="{E57C61F0-3FE2-42CD-82AE-C5530C43EB53}" type="presParOf" srcId="{8366BC84-FB48-4B9D-B124-6AE6D3CD6DD6}" destId="{19A6016F-1DF8-43F6-A4B0-221830EFCA28}"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0076C2C-14E9-494F-9953-997E0D28E07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42A142D-AA34-4B7F-B4B0-17E6DCF785AD}">
      <dgm:prSet/>
      <dgm:spPr/>
      <dgm:t>
        <a:bodyPr/>
        <a:lstStyle/>
        <a:p>
          <a:pPr>
            <a:lnSpc>
              <a:spcPct val="100000"/>
            </a:lnSpc>
          </a:pPr>
          <a:r>
            <a:rPr lang="en-US"/>
            <a:t>Synthetic/ Artificial Datasets</a:t>
          </a:r>
        </a:p>
      </dgm:t>
    </dgm:pt>
    <dgm:pt modelId="{FC681420-5FD3-4CCA-80DB-4A4052CDEA3F}" type="parTrans" cxnId="{8C92A52F-B1A9-496D-8BBD-8B2246284D26}">
      <dgm:prSet/>
      <dgm:spPr/>
      <dgm:t>
        <a:bodyPr/>
        <a:lstStyle/>
        <a:p>
          <a:endParaRPr lang="en-US"/>
        </a:p>
      </dgm:t>
    </dgm:pt>
    <dgm:pt modelId="{CE7A69F9-D7B3-4B4F-80E7-E8F5BDEDBABA}" type="sibTrans" cxnId="{8C92A52F-B1A9-496D-8BBD-8B2246284D26}">
      <dgm:prSet/>
      <dgm:spPr/>
      <dgm:t>
        <a:bodyPr/>
        <a:lstStyle/>
        <a:p>
          <a:endParaRPr lang="en-US"/>
        </a:p>
      </dgm:t>
    </dgm:pt>
    <dgm:pt modelId="{E9D7E705-3E97-4D28-83D0-A8EB97BAD479}">
      <dgm:prSet/>
      <dgm:spPr/>
      <dgm:t>
        <a:bodyPr/>
        <a:lstStyle/>
        <a:p>
          <a:pPr>
            <a:lnSpc>
              <a:spcPct val="100000"/>
            </a:lnSpc>
          </a:pPr>
          <a:r>
            <a:rPr lang="en-US" b="1" dirty="0"/>
            <a:t>Small Balance </a:t>
          </a:r>
          <a:r>
            <a:rPr lang="en-US" dirty="0"/>
            <a:t>Datasets</a:t>
          </a:r>
          <a:r>
            <a:rPr lang="en-US" b="1" dirty="0"/>
            <a:t> </a:t>
          </a:r>
          <a:r>
            <a:rPr lang="en-US" dirty="0"/>
            <a:t>(n = 10000) vs </a:t>
          </a:r>
          <a:r>
            <a:rPr lang="en-US" b="1" dirty="0"/>
            <a:t>Large Balanced </a:t>
          </a:r>
          <a:r>
            <a:rPr lang="en-US" dirty="0"/>
            <a:t>Datasets (n = 1000000)</a:t>
          </a:r>
        </a:p>
      </dgm:t>
    </dgm:pt>
    <dgm:pt modelId="{0507F98F-D067-46E7-96FC-180EF75DD234}" type="parTrans" cxnId="{C30F25C2-A2CB-46ED-ACD4-34A7FA416D1D}">
      <dgm:prSet/>
      <dgm:spPr/>
      <dgm:t>
        <a:bodyPr/>
        <a:lstStyle/>
        <a:p>
          <a:endParaRPr lang="en-US"/>
        </a:p>
      </dgm:t>
    </dgm:pt>
    <dgm:pt modelId="{F0FDEB82-7650-4E06-9F4C-5C1D1E7EDEF4}" type="sibTrans" cxnId="{C30F25C2-A2CB-46ED-ACD4-34A7FA416D1D}">
      <dgm:prSet/>
      <dgm:spPr/>
      <dgm:t>
        <a:bodyPr/>
        <a:lstStyle/>
        <a:p>
          <a:endParaRPr lang="en-US"/>
        </a:p>
      </dgm:t>
    </dgm:pt>
    <dgm:pt modelId="{4896BCCC-ACB3-47CD-BE09-DEA229D7B7D2}">
      <dgm:prSet/>
      <dgm:spPr/>
      <dgm:t>
        <a:bodyPr/>
        <a:lstStyle/>
        <a:p>
          <a:pPr>
            <a:lnSpc>
              <a:spcPct val="100000"/>
            </a:lnSpc>
          </a:pPr>
          <a:r>
            <a:rPr lang="en-US" b="1" dirty="0"/>
            <a:t>Small Imbalance </a:t>
          </a:r>
          <a:r>
            <a:rPr lang="en-US" dirty="0"/>
            <a:t>Datasets (n = 10000) vs </a:t>
          </a:r>
          <a:r>
            <a:rPr lang="en-US" b="1" dirty="0"/>
            <a:t>Large Imbalanced</a:t>
          </a:r>
          <a:r>
            <a:rPr lang="en-US" dirty="0"/>
            <a:t> Datasets (n = 1000000) </a:t>
          </a:r>
        </a:p>
      </dgm:t>
    </dgm:pt>
    <dgm:pt modelId="{668689B7-5F51-4952-82BF-524E82DE5926}" type="parTrans" cxnId="{AC0DE62F-3CC8-4E98-837B-397D18C85554}">
      <dgm:prSet/>
      <dgm:spPr/>
      <dgm:t>
        <a:bodyPr/>
        <a:lstStyle/>
        <a:p>
          <a:endParaRPr lang="en-US"/>
        </a:p>
      </dgm:t>
    </dgm:pt>
    <dgm:pt modelId="{D11FF587-9622-45D7-A66D-CF5324D9C8E9}" type="sibTrans" cxnId="{AC0DE62F-3CC8-4E98-837B-397D18C85554}">
      <dgm:prSet/>
      <dgm:spPr/>
      <dgm:t>
        <a:bodyPr/>
        <a:lstStyle/>
        <a:p>
          <a:endParaRPr lang="en-US"/>
        </a:p>
      </dgm:t>
    </dgm:pt>
    <dgm:pt modelId="{743A11AB-7129-4639-A118-DA4EE0738D69}">
      <dgm:prSet/>
      <dgm:spPr/>
      <dgm:t>
        <a:bodyPr/>
        <a:lstStyle/>
        <a:p>
          <a:pPr>
            <a:lnSpc>
              <a:spcPct val="100000"/>
            </a:lnSpc>
          </a:pPr>
          <a:r>
            <a:rPr lang="en-US"/>
            <a:t>Logistic Regression</a:t>
          </a:r>
        </a:p>
      </dgm:t>
    </dgm:pt>
    <dgm:pt modelId="{D3272CDF-6F1E-4C91-97BD-97BCAB2F558F}" type="parTrans" cxnId="{CEBAB973-71F9-4A3B-A79B-FE4488F0CD99}">
      <dgm:prSet/>
      <dgm:spPr/>
      <dgm:t>
        <a:bodyPr/>
        <a:lstStyle/>
        <a:p>
          <a:endParaRPr lang="en-US"/>
        </a:p>
      </dgm:t>
    </dgm:pt>
    <dgm:pt modelId="{3F2E74BA-5192-4309-A98A-E741E6A281FF}" type="sibTrans" cxnId="{CEBAB973-71F9-4A3B-A79B-FE4488F0CD99}">
      <dgm:prSet/>
      <dgm:spPr/>
      <dgm:t>
        <a:bodyPr/>
        <a:lstStyle/>
        <a:p>
          <a:endParaRPr lang="en-US"/>
        </a:p>
      </dgm:t>
    </dgm:pt>
    <dgm:pt modelId="{5B5DBAB5-5338-48E2-9ACC-6DA9967E20F1}">
      <dgm:prSet/>
      <dgm:spPr/>
      <dgm:t>
        <a:bodyPr/>
        <a:lstStyle/>
        <a:p>
          <a:pPr>
            <a:lnSpc>
              <a:spcPct val="100000"/>
            </a:lnSpc>
          </a:pPr>
          <a:r>
            <a:rPr lang="en-US" dirty="0"/>
            <a:t>LIME (local interpretable model-agnostic explanations) </a:t>
          </a:r>
        </a:p>
      </dgm:t>
    </dgm:pt>
    <dgm:pt modelId="{0902A277-87AE-4931-99EF-3B2FA2038311}" type="parTrans" cxnId="{C0543F25-C74D-41B4-9F48-B31389EAADFD}">
      <dgm:prSet/>
      <dgm:spPr/>
      <dgm:t>
        <a:bodyPr/>
        <a:lstStyle/>
        <a:p>
          <a:endParaRPr lang="en-US"/>
        </a:p>
      </dgm:t>
    </dgm:pt>
    <dgm:pt modelId="{354232F6-80C3-4D12-ABE4-A8DFBB703981}" type="sibTrans" cxnId="{C0543F25-C74D-41B4-9F48-B31389EAADFD}">
      <dgm:prSet/>
      <dgm:spPr/>
      <dgm:t>
        <a:bodyPr/>
        <a:lstStyle/>
        <a:p>
          <a:endParaRPr lang="en-US"/>
        </a:p>
      </dgm:t>
    </dgm:pt>
    <dgm:pt modelId="{3101C8E7-0EAA-43CA-87C3-47C0AE159B6E}" type="pres">
      <dgm:prSet presAssocID="{40076C2C-14E9-494F-9953-997E0D28E07C}" presName="root" presStyleCnt="0">
        <dgm:presLayoutVars>
          <dgm:dir/>
          <dgm:resizeHandles val="exact"/>
        </dgm:presLayoutVars>
      </dgm:prSet>
      <dgm:spPr/>
    </dgm:pt>
    <dgm:pt modelId="{E4D1DF32-A9D0-4C73-A39D-A5B074E6B1ED}" type="pres">
      <dgm:prSet presAssocID="{A42A142D-AA34-4B7F-B4B0-17E6DCF785AD}" presName="compNode" presStyleCnt="0"/>
      <dgm:spPr/>
    </dgm:pt>
    <dgm:pt modelId="{9E3664BB-A7B6-4093-96AD-6C1A4A903C7B}" type="pres">
      <dgm:prSet presAssocID="{A42A142D-AA34-4B7F-B4B0-17E6DCF785AD}" presName="bgRect" presStyleLbl="bgShp" presStyleIdx="0" presStyleCnt="5"/>
      <dgm:spPr/>
    </dgm:pt>
    <dgm:pt modelId="{CB58D62E-E711-40EB-AE88-EC328D340E48}" type="pres">
      <dgm:prSet presAssocID="{A42A142D-AA34-4B7F-B4B0-17E6DCF785A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NA"/>
        </a:ext>
      </dgm:extLst>
    </dgm:pt>
    <dgm:pt modelId="{BB706219-B247-47B1-BF96-01F64B785B06}" type="pres">
      <dgm:prSet presAssocID="{A42A142D-AA34-4B7F-B4B0-17E6DCF785AD}" presName="spaceRect" presStyleCnt="0"/>
      <dgm:spPr/>
    </dgm:pt>
    <dgm:pt modelId="{B5EA0EE2-22CB-4A5A-A7EF-67AC188D71FC}" type="pres">
      <dgm:prSet presAssocID="{A42A142D-AA34-4B7F-B4B0-17E6DCF785AD}" presName="parTx" presStyleLbl="revTx" presStyleIdx="0" presStyleCnt="5">
        <dgm:presLayoutVars>
          <dgm:chMax val="0"/>
          <dgm:chPref val="0"/>
        </dgm:presLayoutVars>
      </dgm:prSet>
      <dgm:spPr/>
    </dgm:pt>
    <dgm:pt modelId="{A1F1CEDF-2E71-4C5B-AF63-28C2785D0D7F}" type="pres">
      <dgm:prSet presAssocID="{CE7A69F9-D7B3-4B4F-80E7-E8F5BDEDBABA}" presName="sibTrans" presStyleCnt="0"/>
      <dgm:spPr/>
    </dgm:pt>
    <dgm:pt modelId="{2A1A8976-D6A1-424F-973A-0B6DA09E3CE1}" type="pres">
      <dgm:prSet presAssocID="{E9D7E705-3E97-4D28-83D0-A8EB97BAD479}" presName="compNode" presStyleCnt="0"/>
      <dgm:spPr/>
    </dgm:pt>
    <dgm:pt modelId="{6356869F-88D1-46BC-AC80-815742378100}" type="pres">
      <dgm:prSet presAssocID="{E9D7E705-3E97-4D28-83D0-A8EB97BAD479}" presName="bgRect" presStyleLbl="bgShp" presStyleIdx="1" presStyleCnt="5"/>
      <dgm:spPr/>
    </dgm:pt>
    <dgm:pt modelId="{7D79E1D9-5178-48A8-ABD5-47625871762B}" type="pres">
      <dgm:prSet presAssocID="{E9D7E705-3E97-4D28-83D0-A8EB97BAD47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2A38BC4A-E394-438C-9DEE-51332D06BB30}" type="pres">
      <dgm:prSet presAssocID="{E9D7E705-3E97-4D28-83D0-A8EB97BAD479}" presName="spaceRect" presStyleCnt="0"/>
      <dgm:spPr/>
    </dgm:pt>
    <dgm:pt modelId="{29A23A39-BD31-4D2B-810B-77009FB7EC5E}" type="pres">
      <dgm:prSet presAssocID="{E9D7E705-3E97-4D28-83D0-A8EB97BAD479}" presName="parTx" presStyleLbl="revTx" presStyleIdx="1" presStyleCnt="5">
        <dgm:presLayoutVars>
          <dgm:chMax val="0"/>
          <dgm:chPref val="0"/>
        </dgm:presLayoutVars>
      </dgm:prSet>
      <dgm:spPr/>
    </dgm:pt>
    <dgm:pt modelId="{E2D6BE50-AD61-4AC5-9437-80C389D42959}" type="pres">
      <dgm:prSet presAssocID="{F0FDEB82-7650-4E06-9F4C-5C1D1E7EDEF4}" presName="sibTrans" presStyleCnt="0"/>
      <dgm:spPr/>
    </dgm:pt>
    <dgm:pt modelId="{EC3A78CE-9CAF-4383-8F00-E7540CAAD5C5}" type="pres">
      <dgm:prSet presAssocID="{4896BCCC-ACB3-47CD-BE09-DEA229D7B7D2}" presName="compNode" presStyleCnt="0"/>
      <dgm:spPr/>
    </dgm:pt>
    <dgm:pt modelId="{173985AF-D1B4-4A73-9272-C2429E6FF0E5}" type="pres">
      <dgm:prSet presAssocID="{4896BCCC-ACB3-47CD-BE09-DEA229D7B7D2}" presName="bgRect" presStyleLbl="bgShp" presStyleIdx="2" presStyleCnt="5"/>
      <dgm:spPr/>
    </dgm:pt>
    <dgm:pt modelId="{FCBA9C3D-88DB-44B0-AEE9-9F47EBE50F45}" type="pres">
      <dgm:prSet presAssocID="{4896BCCC-ACB3-47CD-BE09-DEA229D7B7D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70A38E1A-0EB1-4E06-9663-B14FBFE621FE}" type="pres">
      <dgm:prSet presAssocID="{4896BCCC-ACB3-47CD-BE09-DEA229D7B7D2}" presName="spaceRect" presStyleCnt="0"/>
      <dgm:spPr/>
    </dgm:pt>
    <dgm:pt modelId="{4C8F20A7-4178-4901-95A5-C9152E34CB9F}" type="pres">
      <dgm:prSet presAssocID="{4896BCCC-ACB3-47CD-BE09-DEA229D7B7D2}" presName="parTx" presStyleLbl="revTx" presStyleIdx="2" presStyleCnt="5">
        <dgm:presLayoutVars>
          <dgm:chMax val="0"/>
          <dgm:chPref val="0"/>
        </dgm:presLayoutVars>
      </dgm:prSet>
      <dgm:spPr/>
    </dgm:pt>
    <dgm:pt modelId="{BA9E7ACA-E294-4169-B2E0-EFCC33DA4695}" type="pres">
      <dgm:prSet presAssocID="{D11FF587-9622-45D7-A66D-CF5324D9C8E9}" presName="sibTrans" presStyleCnt="0"/>
      <dgm:spPr/>
    </dgm:pt>
    <dgm:pt modelId="{5515D3A7-D8DE-47F7-A718-B57BFBF698C3}" type="pres">
      <dgm:prSet presAssocID="{743A11AB-7129-4639-A118-DA4EE0738D69}" presName="compNode" presStyleCnt="0"/>
      <dgm:spPr/>
    </dgm:pt>
    <dgm:pt modelId="{A50CC19D-A895-4438-9C40-D511A5CCB577}" type="pres">
      <dgm:prSet presAssocID="{743A11AB-7129-4639-A118-DA4EE0738D69}" presName="bgRect" presStyleLbl="bgShp" presStyleIdx="3" presStyleCnt="5"/>
      <dgm:spPr/>
    </dgm:pt>
    <dgm:pt modelId="{FD914763-6C18-4F80-BEBC-71EFF8DEAF01}" type="pres">
      <dgm:prSet presAssocID="{743A11AB-7129-4639-A118-DA4EE0738D6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chart"/>
        </a:ext>
      </dgm:extLst>
    </dgm:pt>
    <dgm:pt modelId="{4F23EFA9-9BB6-4355-92D8-A4126B0B319B}" type="pres">
      <dgm:prSet presAssocID="{743A11AB-7129-4639-A118-DA4EE0738D69}" presName="spaceRect" presStyleCnt="0"/>
      <dgm:spPr/>
    </dgm:pt>
    <dgm:pt modelId="{51152D31-6B9F-440A-AF3E-51B9ED84FA29}" type="pres">
      <dgm:prSet presAssocID="{743A11AB-7129-4639-A118-DA4EE0738D69}" presName="parTx" presStyleLbl="revTx" presStyleIdx="3" presStyleCnt="5">
        <dgm:presLayoutVars>
          <dgm:chMax val="0"/>
          <dgm:chPref val="0"/>
        </dgm:presLayoutVars>
      </dgm:prSet>
      <dgm:spPr/>
    </dgm:pt>
    <dgm:pt modelId="{52804D00-3D6F-4B19-95C4-5EABB31E4162}" type="pres">
      <dgm:prSet presAssocID="{3F2E74BA-5192-4309-A98A-E741E6A281FF}" presName="sibTrans" presStyleCnt="0"/>
      <dgm:spPr/>
    </dgm:pt>
    <dgm:pt modelId="{586D9937-E381-48AB-916E-D8DB4BE1E462}" type="pres">
      <dgm:prSet presAssocID="{5B5DBAB5-5338-48E2-9ACC-6DA9967E20F1}" presName="compNode" presStyleCnt="0"/>
      <dgm:spPr/>
    </dgm:pt>
    <dgm:pt modelId="{5316A4F7-90AC-45B7-AD11-5CF29133E80A}" type="pres">
      <dgm:prSet presAssocID="{5B5DBAB5-5338-48E2-9ACC-6DA9967E20F1}" presName="bgRect" presStyleLbl="bgShp" presStyleIdx="4" presStyleCnt="5"/>
      <dgm:spPr/>
    </dgm:pt>
    <dgm:pt modelId="{0B0B047A-B6F8-4CBB-A71A-37A9BDE02EB1}" type="pres">
      <dgm:prSet presAssocID="{5B5DBAB5-5338-48E2-9ACC-6DA9967E20F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Gears"/>
        </a:ext>
      </dgm:extLst>
    </dgm:pt>
    <dgm:pt modelId="{D7F9637C-9568-4FAB-B7AA-8B4871489913}" type="pres">
      <dgm:prSet presAssocID="{5B5DBAB5-5338-48E2-9ACC-6DA9967E20F1}" presName="spaceRect" presStyleCnt="0"/>
      <dgm:spPr/>
    </dgm:pt>
    <dgm:pt modelId="{8485770F-7A6A-41FE-9B08-805C272AFB30}" type="pres">
      <dgm:prSet presAssocID="{5B5DBAB5-5338-48E2-9ACC-6DA9967E20F1}" presName="parTx" presStyleLbl="revTx" presStyleIdx="4" presStyleCnt="5">
        <dgm:presLayoutVars>
          <dgm:chMax val="0"/>
          <dgm:chPref val="0"/>
        </dgm:presLayoutVars>
      </dgm:prSet>
      <dgm:spPr/>
    </dgm:pt>
  </dgm:ptLst>
  <dgm:cxnLst>
    <dgm:cxn modelId="{C0543F25-C74D-41B4-9F48-B31389EAADFD}" srcId="{40076C2C-14E9-494F-9953-997E0D28E07C}" destId="{5B5DBAB5-5338-48E2-9ACC-6DA9967E20F1}" srcOrd="4" destOrd="0" parTransId="{0902A277-87AE-4931-99EF-3B2FA2038311}" sibTransId="{354232F6-80C3-4D12-ABE4-A8DFBB703981}"/>
    <dgm:cxn modelId="{03729C25-38D5-4DCE-BF4A-37FE848E5A00}" type="presOf" srcId="{A42A142D-AA34-4B7F-B4B0-17E6DCF785AD}" destId="{B5EA0EE2-22CB-4A5A-A7EF-67AC188D71FC}" srcOrd="0" destOrd="0" presId="urn:microsoft.com/office/officeart/2018/2/layout/IconVerticalSolidList"/>
    <dgm:cxn modelId="{8C92A52F-B1A9-496D-8BBD-8B2246284D26}" srcId="{40076C2C-14E9-494F-9953-997E0D28E07C}" destId="{A42A142D-AA34-4B7F-B4B0-17E6DCF785AD}" srcOrd="0" destOrd="0" parTransId="{FC681420-5FD3-4CCA-80DB-4A4052CDEA3F}" sibTransId="{CE7A69F9-D7B3-4B4F-80E7-E8F5BDEDBABA}"/>
    <dgm:cxn modelId="{AC0DE62F-3CC8-4E98-837B-397D18C85554}" srcId="{40076C2C-14E9-494F-9953-997E0D28E07C}" destId="{4896BCCC-ACB3-47CD-BE09-DEA229D7B7D2}" srcOrd="2" destOrd="0" parTransId="{668689B7-5F51-4952-82BF-524E82DE5926}" sibTransId="{D11FF587-9622-45D7-A66D-CF5324D9C8E9}"/>
    <dgm:cxn modelId="{2566D848-6417-4604-94D2-C08B22652C87}" type="presOf" srcId="{5B5DBAB5-5338-48E2-9ACC-6DA9967E20F1}" destId="{8485770F-7A6A-41FE-9B08-805C272AFB30}" srcOrd="0" destOrd="0" presId="urn:microsoft.com/office/officeart/2018/2/layout/IconVerticalSolidList"/>
    <dgm:cxn modelId="{CEBAB973-71F9-4A3B-A79B-FE4488F0CD99}" srcId="{40076C2C-14E9-494F-9953-997E0D28E07C}" destId="{743A11AB-7129-4639-A118-DA4EE0738D69}" srcOrd="3" destOrd="0" parTransId="{D3272CDF-6F1E-4C91-97BD-97BCAB2F558F}" sibTransId="{3F2E74BA-5192-4309-A98A-E741E6A281FF}"/>
    <dgm:cxn modelId="{450EFAC1-1819-47F3-A85B-DB1A75851843}" type="presOf" srcId="{E9D7E705-3E97-4D28-83D0-A8EB97BAD479}" destId="{29A23A39-BD31-4D2B-810B-77009FB7EC5E}" srcOrd="0" destOrd="0" presId="urn:microsoft.com/office/officeart/2018/2/layout/IconVerticalSolidList"/>
    <dgm:cxn modelId="{C30F25C2-A2CB-46ED-ACD4-34A7FA416D1D}" srcId="{40076C2C-14E9-494F-9953-997E0D28E07C}" destId="{E9D7E705-3E97-4D28-83D0-A8EB97BAD479}" srcOrd="1" destOrd="0" parTransId="{0507F98F-D067-46E7-96FC-180EF75DD234}" sibTransId="{F0FDEB82-7650-4E06-9F4C-5C1D1E7EDEF4}"/>
    <dgm:cxn modelId="{F2BD0BCB-C356-4B54-A5F7-93C027306F97}" type="presOf" srcId="{743A11AB-7129-4639-A118-DA4EE0738D69}" destId="{51152D31-6B9F-440A-AF3E-51B9ED84FA29}" srcOrd="0" destOrd="0" presId="urn:microsoft.com/office/officeart/2018/2/layout/IconVerticalSolidList"/>
    <dgm:cxn modelId="{76F1CEF3-BCBE-4607-A60A-6D22B21E1D86}" type="presOf" srcId="{40076C2C-14E9-494F-9953-997E0D28E07C}" destId="{3101C8E7-0EAA-43CA-87C3-47C0AE159B6E}" srcOrd="0" destOrd="0" presId="urn:microsoft.com/office/officeart/2018/2/layout/IconVerticalSolidList"/>
    <dgm:cxn modelId="{D17248FB-779A-46D8-B1E7-6FAB28058D12}" type="presOf" srcId="{4896BCCC-ACB3-47CD-BE09-DEA229D7B7D2}" destId="{4C8F20A7-4178-4901-95A5-C9152E34CB9F}" srcOrd="0" destOrd="0" presId="urn:microsoft.com/office/officeart/2018/2/layout/IconVerticalSolidList"/>
    <dgm:cxn modelId="{237C05C3-EA52-428A-942B-5D2D5AD5FCC4}" type="presParOf" srcId="{3101C8E7-0EAA-43CA-87C3-47C0AE159B6E}" destId="{E4D1DF32-A9D0-4C73-A39D-A5B074E6B1ED}" srcOrd="0" destOrd="0" presId="urn:microsoft.com/office/officeart/2018/2/layout/IconVerticalSolidList"/>
    <dgm:cxn modelId="{CD5C112C-04B4-435B-8784-3185BA1C098B}" type="presParOf" srcId="{E4D1DF32-A9D0-4C73-A39D-A5B074E6B1ED}" destId="{9E3664BB-A7B6-4093-96AD-6C1A4A903C7B}" srcOrd="0" destOrd="0" presId="urn:microsoft.com/office/officeart/2018/2/layout/IconVerticalSolidList"/>
    <dgm:cxn modelId="{9BE8728A-03DD-455A-B802-4C7C9916E4F5}" type="presParOf" srcId="{E4D1DF32-A9D0-4C73-A39D-A5B074E6B1ED}" destId="{CB58D62E-E711-40EB-AE88-EC328D340E48}" srcOrd="1" destOrd="0" presId="urn:microsoft.com/office/officeart/2018/2/layout/IconVerticalSolidList"/>
    <dgm:cxn modelId="{BAC5B82C-51E4-4FAB-B51E-8D23BD550BEA}" type="presParOf" srcId="{E4D1DF32-A9D0-4C73-A39D-A5B074E6B1ED}" destId="{BB706219-B247-47B1-BF96-01F64B785B06}" srcOrd="2" destOrd="0" presId="urn:microsoft.com/office/officeart/2018/2/layout/IconVerticalSolidList"/>
    <dgm:cxn modelId="{08D23E91-1E0F-4E9F-86CB-13BC21AF97F1}" type="presParOf" srcId="{E4D1DF32-A9D0-4C73-A39D-A5B074E6B1ED}" destId="{B5EA0EE2-22CB-4A5A-A7EF-67AC188D71FC}" srcOrd="3" destOrd="0" presId="urn:microsoft.com/office/officeart/2018/2/layout/IconVerticalSolidList"/>
    <dgm:cxn modelId="{06A16E4E-4335-4AD8-BA7D-14A7EC9879A5}" type="presParOf" srcId="{3101C8E7-0EAA-43CA-87C3-47C0AE159B6E}" destId="{A1F1CEDF-2E71-4C5B-AF63-28C2785D0D7F}" srcOrd="1" destOrd="0" presId="urn:microsoft.com/office/officeart/2018/2/layout/IconVerticalSolidList"/>
    <dgm:cxn modelId="{5CA028DB-92F1-4D42-9F7A-296F47F77BD4}" type="presParOf" srcId="{3101C8E7-0EAA-43CA-87C3-47C0AE159B6E}" destId="{2A1A8976-D6A1-424F-973A-0B6DA09E3CE1}" srcOrd="2" destOrd="0" presId="urn:microsoft.com/office/officeart/2018/2/layout/IconVerticalSolidList"/>
    <dgm:cxn modelId="{8995F168-E296-4A25-92C8-8A99CA5C3053}" type="presParOf" srcId="{2A1A8976-D6A1-424F-973A-0B6DA09E3CE1}" destId="{6356869F-88D1-46BC-AC80-815742378100}" srcOrd="0" destOrd="0" presId="urn:microsoft.com/office/officeart/2018/2/layout/IconVerticalSolidList"/>
    <dgm:cxn modelId="{B7D037E2-4A2D-40E5-BD18-C7F80FB8099A}" type="presParOf" srcId="{2A1A8976-D6A1-424F-973A-0B6DA09E3CE1}" destId="{7D79E1D9-5178-48A8-ABD5-47625871762B}" srcOrd="1" destOrd="0" presId="urn:microsoft.com/office/officeart/2018/2/layout/IconVerticalSolidList"/>
    <dgm:cxn modelId="{95361330-1583-4787-8C26-CBC35511302E}" type="presParOf" srcId="{2A1A8976-D6A1-424F-973A-0B6DA09E3CE1}" destId="{2A38BC4A-E394-438C-9DEE-51332D06BB30}" srcOrd="2" destOrd="0" presId="urn:microsoft.com/office/officeart/2018/2/layout/IconVerticalSolidList"/>
    <dgm:cxn modelId="{58081183-20B1-4926-BA60-A485657B6398}" type="presParOf" srcId="{2A1A8976-D6A1-424F-973A-0B6DA09E3CE1}" destId="{29A23A39-BD31-4D2B-810B-77009FB7EC5E}" srcOrd="3" destOrd="0" presId="urn:microsoft.com/office/officeart/2018/2/layout/IconVerticalSolidList"/>
    <dgm:cxn modelId="{2EE4679B-199A-4578-A90F-8114B7497FF7}" type="presParOf" srcId="{3101C8E7-0EAA-43CA-87C3-47C0AE159B6E}" destId="{E2D6BE50-AD61-4AC5-9437-80C389D42959}" srcOrd="3" destOrd="0" presId="urn:microsoft.com/office/officeart/2018/2/layout/IconVerticalSolidList"/>
    <dgm:cxn modelId="{76963099-DB56-4B5F-BB80-DC8F84E15B94}" type="presParOf" srcId="{3101C8E7-0EAA-43CA-87C3-47C0AE159B6E}" destId="{EC3A78CE-9CAF-4383-8F00-E7540CAAD5C5}" srcOrd="4" destOrd="0" presId="urn:microsoft.com/office/officeart/2018/2/layout/IconVerticalSolidList"/>
    <dgm:cxn modelId="{CECBA0E7-78F4-4C85-A41D-81194158EFD0}" type="presParOf" srcId="{EC3A78CE-9CAF-4383-8F00-E7540CAAD5C5}" destId="{173985AF-D1B4-4A73-9272-C2429E6FF0E5}" srcOrd="0" destOrd="0" presId="urn:microsoft.com/office/officeart/2018/2/layout/IconVerticalSolidList"/>
    <dgm:cxn modelId="{2A170044-EF09-482B-AD1E-12541D649134}" type="presParOf" srcId="{EC3A78CE-9CAF-4383-8F00-E7540CAAD5C5}" destId="{FCBA9C3D-88DB-44B0-AEE9-9F47EBE50F45}" srcOrd="1" destOrd="0" presId="urn:microsoft.com/office/officeart/2018/2/layout/IconVerticalSolidList"/>
    <dgm:cxn modelId="{CF31AA5D-153D-4E7F-890B-349DD3B41E3C}" type="presParOf" srcId="{EC3A78CE-9CAF-4383-8F00-E7540CAAD5C5}" destId="{70A38E1A-0EB1-4E06-9663-B14FBFE621FE}" srcOrd="2" destOrd="0" presId="urn:microsoft.com/office/officeart/2018/2/layout/IconVerticalSolidList"/>
    <dgm:cxn modelId="{2D66E16A-A869-4671-83F7-C71E4648B2DE}" type="presParOf" srcId="{EC3A78CE-9CAF-4383-8F00-E7540CAAD5C5}" destId="{4C8F20A7-4178-4901-95A5-C9152E34CB9F}" srcOrd="3" destOrd="0" presId="urn:microsoft.com/office/officeart/2018/2/layout/IconVerticalSolidList"/>
    <dgm:cxn modelId="{73A9F9C8-F4C5-4F8E-A1CE-37F7BBB95802}" type="presParOf" srcId="{3101C8E7-0EAA-43CA-87C3-47C0AE159B6E}" destId="{BA9E7ACA-E294-4169-B2E0-EFCC33DA4695}" srcOrd="5" destOrd="0" presId="urn:microsoft.com/office/officeart/2018/2/layout/IconVerticalSolidList"/>
    <dgm:cxn modelId="{E3FE463B-91D4-47D4-9113-7964623A9068}" type="presParOf" srcId="{3101C8E7-0EAA-43CA-87C3-47C0AE159B6E}" destId="{5515D3A7-D8DE-47F7-A718-B57BFBF698C3}" srcOrd="6" destOrd="0" presId="urn:microsoft.com/office/officeart/2018/2/layout/IconVerticalSolidList"/>
    <dgm:cxn modelId="{286A2C5C-220B-4972-9193-25A16F308FE2}" type="presParOf" srcId="{5515D3A7-D8DE-47F7-A718-B57BFBF698C3}" destId="{A50CC19D-A895-4438-9C40-D511A5CCB577}" srcOrd="0" destOrd="0" presId="urn:microsoft.com/office/officeart/2018/2/layout/IconVerticalSolidList"/>
    <dgm:cxn modelId="{54620453-0DD0-4714-83D7-E9EA52556AE0}" type="presParOf" srcId="{5515D3A7-D8DE-47F7-A718-B57BFBF698C3}" destId="{FD914763-6C18-4F80-BEBC-71EFF8DEAF01}" srcOrd="1" destOrd="0" presId="urn:microsoft.com/office/officeart/2018/2/layout/IconVerticalSolidList"/>
    <dgm:cxn modelId="{49DA9FE1-C795-40AE-8358-D7A10766FFA0}" type="presParOf" srcId="{5515D3A7-D8DE-47F7-A718-B57BFBF698C3}" destId="{4F23EFA9-9BB6-4355-92D8-A4126B0B319B}" srcOrd="2" destOrd="0" presId="urn:microsoft.com/office/officeart/2018/2/layout/IconVerticalSolidList"/>
    <dgm:cxn modelId="{5911C7B1-B45E-461F-AEF9-EB6B2D9AA762}" type="presParOf" srcId="{5515D3A7-D8DE-47F7-A718-B57BFBF698C3}" destId="{51152D31-6B9F-440A-AF3E-51B9ED84FA29}" srcOrd="3" destOrd="0" presId="urn:microsoft.com/office/officeart/2018/2/layout/IconVerticalSolidList"/>
    <dgm:cxn modelId="{C6873812-8A12-4D99-9168-0702ACD6AF59}" type="presParOf" srcId="{3101C8E7-0EAA-43CA-87C3-47C0AE159B6E}" destId="{52804D00-3D6F-4B19-95C4-5EABB31E4162}" srcOrd="7" destOrd="0" presId="urn:microsoft.com/office/officeart/2018/2/layout/IconVerticalSolidList"/>
    <dgm:cxn modelId="{F7D27313-0CBD-457F-9230-22F4014B4A84}" type="presParOf" srcId="{3101C8E7-0EAA-43CA-87C3-47C0AE159B6E}" destId="{586D9937-E381-48AB-916E-D8DB4BE1E462}" srcOrd="8" destOrd="0" presId="urn:microsoft.com/office/officeart/2018/2/layout/IconVerticalSolidList"/>
    <dgm:cxn modelId="{2410C097-24F4-4B11-94D3-7FFB8C9DBA09}" type="presParOf" srcId="{586D9937-E381-48AB-916E-D8DB4BE1E462}" destId="{5316A4F7-90AC-45B7-AD11-5CF29133E80A}" srcOrd="0" destOrd="0" presId="urn:microsoft.com/office/officeart/2018/2/layout/IconVerticalSolidList"/>
    <dgm:cxn modelId="{BDEA0DC0-2E63-4F93-9B45-9E26FF48DBA2}" type="presParOf" srcId="{586D9937-E381-48AB-916E-D8DB4BE1E462}" destId="{0B0B047A-B6F8-4CBB-A71A-37A9BDE02EB1}" srcOrd="1" destOrd="0" presId="urn:microsoft.com/office/officeart/2018/2/layout/IconVerticalSolidList"/>
    <dgm:cxn modelId="{F3CAC3DB-52D5-4C94-B02C-A64F78482374}" type="presParOf" srcId="{586D9937-E381-48AB-916E-D8DB4BE1E462}" destId="{D7F9637C-9568-4FAB-B7AA-8B4871489913}" srcOrd="2" destOrd="0" presId="urn:microsoft.com/office/officeart/2018/2/layout/IconVerticalSolidList"/>
    <dgm:cxn modelId="{EB53005A-FB42-49D2-A5D3-57925F2A3AB7}" type="presParOf" srcId="{586D9937-E381-48AB-916E-D8DB4BE1E462}" destId="{8485770F-7A6A-41FE-9B08-805C272AFB3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57324E4-4A7F-4BB0-A6A5-C65C7831C07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DC1E51D-453F-403E-AEBF-0147356647AB}">
      <dgm:prSet/>
      <dgm:spPr/>
      <dgm:t>
        <a:bodyPr/>
        <a:lstStyle/>
        <a:p>
          <a:pPr>
            <a:lnSpc>
              <a:spcPct val="100000"/>
            </a:lnSpc>
          </a:pPr>
          <a:r>
            <a:rPr lang="en-US" dirty="0"/>
            <a:t>Documenting dataset composition increased the AI model transparency and fairness. </a:t>
          </a:r>
        </a:p>
      </dgm:t>
    </dgm:pt>
    <dgm:pt modelId="{ECB2EB3E-29F1-4919-9003-DF036C8DB9FF}" type="parTrans" cxnId="{F39AE905-3737-4BA8-90D0-5B542666B124}">
      <dgm:prSet/>
      <dgm:spPr/>
      <dgm:t>
        <a:bodyPr/>
        <a:lstStyle/>
        <a:p>
          <a:endParaRPr lang="en-US"/>
        </a:p>
      </dgm:t>
    </dgm:pt>
    <dgm:pt modelId="{25769D4C-CAA2-4153-9026-4AB2ED4FACB7}" type="sibTrans" cxnId="{F39AE905-3737-4BA8-90D0-5B542666B124}">
      <dgm:prSet/>
      <dgm:spPr/>
      <dgm:t>
        <a:bodyPr/>
        <a:lstStyle/>
        <a:p>
          <a:endParaRPr lang="en-US"/>
        </a:p>
      </dgm:t>
    </dgm:pt>
    <dgm:pt modelId="{26EF60B4-E86A-4929-AFE3-AEFD47BBE456}">
      <dgm:prSet/>
      <dgm:spPr/>
      <dgm:t>
        <a:bodyPr/>
        <a:lstStyle/>
        <a:p>
          <a:pPr>
            <a:lnSpc>
              <a:spcPct val="100000"/>
            </a:lnSpc>
          </a:pPr>
          <a:r>
            <a:rPr lang="en-US"/>
            <a:t>Large data set provides more accurate and reliable evaluation of models. </a:t>
          </a:r>
        </a:p>
      </dgm:t>
    </dgm:pt>
    <dgm:pt modelId="{5C253DC3-5C2C-4FFC-8B83-15AFD2268D7B}" type="parTrans" cxnId="{54A90582-BBA5-4233-AF23-A0BEEFAB97F4}">
      <dgm:prSet/>
      <dgm:spPr/>
      <dgm:t>
        <a:bodyPr/>
        <a:lstStyle/>
        <a:p>
          <a:endParaRPr lang="en-US"/>
        </a:p>
      </dgm:t>
    </dgm:pt>
    <dgm:pt modelId="{8C8F971C-9184-4F4A-BBDA-E162E1EBE9C5}" type="sibTrans" cxnId="{54A90582-BBA5-4233-AF23-A0BEEFAB97F4}">
      <dgm:prSet/>
      <dgm:spPr/>
      <dgm:t>
        <a:bodyPr/>
        <a:lstStyle/>
        <a:p>
          <a:endParaRPr lang="en-US"/>
        </a:p>
      </dgm:t>
    </dgm:pt>
    <dgm:pt modelId="{DF87EF4F-6B78-4986-B195-3564AA25C747}">
      <dgm:prSet/>
      <dgm:spPr/>
      <dgm:t>
        <a:bodyPr/>
        <a:lstStyle/>
        <a:p>
          <a:pPr>
            <a:lnSpc>
              <a:spcPct val="100000"/>
            </a:lnSpc>
          </a:pPr>
          <a:r>
            <a:rPr lang="en-US"/>
            <a:t>In small and imbalanced datasets, model often shows a fake high performances metrics, gives misleading results. </a:t>
          </a:r>
        </a:p>
      </dgm:t>
    </dgm:pt>
    <dgm:pt modelId="{D9B48FCC-6A1F-4D1E-80BA-71362BCEDE74}" type="parTrans" cxnId="{FBB7E9FE-3AAA-4037-9792-BFD3CF4D4D4E}">
      <dgm:prSet/>
      <dgm:spPr/>
      <dgm:t>
        <a:bodyPr/>
        <a:lstStyle/>
        <a:p>
          <a:endParaRPr lang="en-US"/>
        </a:p>
      </dgm:t>
    </dgm:pt>
    <dgm:pt modelId="{EDFBD4F9-6457-4F47-A420-AE49FE8E3DD1}" type="sibTrans" cxnId="{FBB7E9FE-3AAA-4037-9792-BFD3CF4D4D4E}">
      <dgm:prSet/>
      <dgm:spPr/>
      <dgm:t>
        <a:bodyPr/>
        <a:lstStyle/>
        <a:p>
          <a:endParaRPr lang="en-US"/>
        </a:p>
      </dgm:t>
    </dgm:pt>
    <dgm:pt modelId="{06C1E9FE-2A08-4586-9623-27131E6B2995}" type="pres">
      <dgm:prSet presAssocID="{A57324E4-4A7F-4BB0-A6A5-C65C7831C078}" presName="root" presStyleCnt="0">
        <dgm:presLayoutVars>
          <dgm:dir/>
          <dgm:resizeHandles val="exact"/>
        </dgm:presLayoutVars>
      </dgm:prSet>
      <dgm:spPr/>
    </dgm:pt>
    <dgm:pt modelId="{B64FFC75-7C04-4BAF-8A76-71C2E9CA9795}" type="pres">
      <dgm:prSet presAssocID="{1DC1E51D-453F-403E-AEBF-0147356647AB}" presName="compNode" presStyleCnt="0"/>
      <dgm:spPr/>
    </dgm:pt>
    <dgm:pt modelId="{20733805-FA17-4443-95ED-1D81125FBD4C}" type="pres">
      <dgm:prSet presAssocID="{1DC1E51D-453F-403E-AEBF-0147356647AB}" presName="bgRect" presStyleLbl="bgShp" presStyleIdx="0" presStyleCnt="3"/>
      <dgm:spPr/>
    </dgm:pt>
    <dgm:pt modelId="{7A511173-609A-4A9D-846D-85BE3AE7215A}" type="pres">
      <dgm:prSet presAssocID="{1DC1E51D-453F-403E-AEBF-0147356647A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BBE41C20-BFE7-4BA8-BD13-3A803FB9779E}" type="pres">
      <dgm:prSet presAssocID="{1DC1E51D-453F-403E-AEBF-0147356647AB}" presName="spaceRect" presStyleCnt="0"/>
      <dgm:spPr/>
    </dgm:pt>
    <dgm:pt modelId="{072B648D-3CA8-4BCE-B8B9-893E5B09523E}" type="pres">
      <dgm:prSet presAssocID="{1DC1E51D-453F-403E-AEBF-0147356647AB}" presName="parTx" presStyleLbl="revTx" presStyleIdx="0" presStyleCnt="3">
        <dgm:presLayoutVars>
          <dgm:chMax val="0"/>
          <dgm:chPref val="0"/>
        </dgm:presLayoutVars>
      </dgm:prSet>
      <dgm:spPr/>
    </dgm:pt>
    <dgm:pt modelId="{AC534C3E-C342-4EA5-A243-4812540A70B3}" type="pres">
      <dgm:prSet presAssocID="{25769D4C-CAA2-4153-9026-4AB2ED4FACB7}" presName="sibTrans" presStyleCnt="0"/>
      <dgm:spPr/>
    </dgm:pt>
    <dgm:pt modelId="{23F702DD-07CC-46DF-B923-FFB2D914828D}" type="pres">
      <dgm:prSet presAssocID="{26EF60B4-E86A-4929-AFE3-AEFD47BBE456}" presName="compNode" presStyleCnt="0"/>
      <dgm:spPr/>
    </dgm:pt>
    <dgm:pt modelId="{414F4BC7-70EA-4594-B18E-D2F1B122F205}" type="pres">
      <dgm:prSet presAssocID="{26EF60B4-E86A-4929-AFE3-AEFD47BBE456}" presName="bgRect" presStyleLbl="bgShp" presStyleIdx="1" presStyleCnt="3"/>
      <dgm:spPr/>
    </dgm:pt>
    <dgm:pt modelId="{B39357C1-782D-4F27-80AF-AA99007917FA}" type="pres">
      <dgm:prSet presAssocID="{26EF60B4-E86A-4929-AFE3-AEFD47BBE45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F26BE672-4A5B-40AA-8A5F-41E0B5E930AB}" type="pres">
      <dgm:prSet presAssocID="{26EF60B4-E86A-4929-AFE3-AEFD47BBE456}" presName="spaceRect" presStyleCnt="0"/>
      <dgm:spPr/>
    </dgm:pt>
    <dgm:pt modelId="{4AA10277-E774-43A8-9A3B-0CD1BBB65AB7}" type="pres">
      <dgm:prSet presAssocID="{26EF60B4-E86A-4929-AFE3-AEFD47BBE456}" presName="parTx" presStyleLbl="revTx" presStyleIdx="1" presStyleCnt="3">
        <dgm:presLayoutVars>
          <dgm:chMax val="0"/>
          <dgm:chPref val="0"/>
        </dgm:presLayoutVars>
      </dgm:prSet>
      <dgm:spPr/>
    </dgm:pt>
    <dgm:pt modelId="{DFC0C396-4D02-4AC5-9896-E7D7BCDE3303}" type="pres">
      <dgm:prSet presAssocID="{8C8F971C-9184-4F4A-BBDA-E162E1EBE9C5}" presName="sibTrans" presStyleCnt="0"/>
      <dgm:spPr/>
    </dgm:pt>
    <dgm:pt modelId="{808EA89B-2143-4CDD-BDAC-D561A0A37A79}" type="pres">
      <dgm:prSet presAssocID="{DF87EF4F-6B78-4986-B195-3564AA25C747}" presName="compNode" presStyleCnt="0"/>
      <dgm:spPr/>
    </dgm:pt>
    <dgm:pt modelId="{A84B4547-9645-4082-997B-1457076C84DE}" type="pres">
      <dgm:prSet presAssocID="{DF87EF4F-6B78-4986-B195-3564AA25C747}" presName="bgRect" presStyleLbl="bgShp" presStyleIdx="2" presStyleCnt="3"/>
      <dgm:spPr/>
    </dgm:pt>
    <dgm:pt modelId="{2AC745F2-32D7-4A20-9AA9-BE3EDC14DD81}" type="pres">
      <dgm:prSet presAssocID="{DF87EF4F-6B78-4986-B195-3564AA25C74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ze"/>
        </a:ext>
      </dgm:extLst>
    </dgm:pt>
    <dgm:pt modelId="{8B232FFA-742B-4F00-9849-6C167697A669}" type="pres">
      <dgm:prSet presAssocID="{DF87EF4F-6B78-4986-B195-3564AA25C747}" presName="spaceRect" presStyleCnt="0"/>
      <dgm:spPr/>
    </dgm:pt>
    <dgm:pt modelId="{6047B3B6-C140-48BD-9EA6-C6444D8F926C}" type="pres">
      <dgm:prSet presAssocID="{DF87EF4F-6B78-4986-B195-3564AA25C747}" presName="parTx" presStyleLbl="revTx" presStyleIdx="2" presStyleCnt="3">
        <dgm:presLayoutVars>
          <dgm:chMax val="0"/>
          <dgm:chPref val="0"/>
        </dgm:presLayoutVars>
      </dgm:prSet>
      <dgm:spPr/>
    </dgm:pt>
  </dgm:ptLst>
  <dgm:cxnLst>
    <dgm:cxn modelId="{F39AE905-3737-4BA8-90D0-5B542666B124}" srcId="{A57324E4-4A7F-4BB0-A6A5-C65C7831C078}" destId="{1DC1E51D-453F-403E-AEBF-0147356647AB}" srcOrd="0" destOrd="0" parTransId="{ECB2EB3E-29F1-4919-9003-DF036C8DB9FF}" sibTransId="{25769D4C-CAA2-4153-9026-4AB2ED4FACB7}"/>
    <dgm:cxn modelId="{3A80300F-0421-43B6-8C39-976B79419AD7}" type="presOf" srcId="{A57324E4-4A7F-4BB0-A6A5-C65C7831C078}" destId="{06C1E9FE-2A08-4586-9623-27131E6B2995}" srcOrd="0" destOrd="0" presId="urn:microsoft.com/office/officeart/2018/2/layout/IconVerticalSolidList"/>
    <dgm:cxn modelId="{F733EF53-FA91-46E3-BAB5-1C0AFE1654F8}" type="presOf" srcId="{26EF60B4-E86A-4929-AFE3-AEFD47BBE456}" destId="{4AA10277-E774-43A8-9A3B-0CD1BBB65AB7}" srcOrd="0" destOrd="0" presId="urn:microsoft.com/office/officeart/2018/2/layout/IconVerticalSolidList"/>
    <dgm:cxn modelId="{54A90582-BBA5-4233-AF23-A0BEEFAB97F4}" srcId="{A57324E4-4A7F-4BB0-A6A5-C65C7831C078}" destId="{26EF60B4-E86A-4929-AFE3-AEFD47BBE456}" srcOrd="1" destOrd="0" parTransId="{5C253DC3-5C2C-4FFC-8B83-15AFD2268D7B}" sibTransId="{8C8F971C-9184-4F4A-BBDA-E162E1EBE9C5}"/>
    <dgm:cxn modelId="{FAF66D91-C613-47D4-8ABE-511D38F9993C}" type="presOf" srcId="{1DC1E51D-453F-403E-AEBF-0147356647AB}" destId="{072B648D-3CA8-4BCE-B8B9-893E5B09523E}" srcOrd="0" destOrd="0" presId="urn:microsoft.com/office/officeart/2018/2/layout/IconVerticalSolidList"/>
    <dgm:cxn modelId="{B1D7EFE3-5490-4635-B78C-74F83E325234}" type="presOf" srcId="{DF87EF4F-6B78-4986-B195-3564AA25C747}" destId="{6047B3B6-C140-48BD-9EA6-C6444D8F926C}" srcOrd="0" destOrd="0" presId="urn:microsoft.com/office/officeart/2018/2/layout/IconVerticalSolidList"/>
    <dgm:cxn modelId="{FBB7E9FE-3AAA-4037-9792-BFD3CF4D4D4E}" srcId="{A57324E4-4A7F-4BB0-A6A5-C65C7831C078}" destId="{DF87EF4F-6B78-4986-B195-3564AA25C747}" srcOrd="2" destOrd="0" parTransId="{D9B48FCC-6A1F-4D1E-80BA-71362BCEDE74}" sibTransId="{EDFBD4F9-6457-4F47-A420-AE49FE8E3DD1}"/>
    <dgm:cxn modelId="{29B317C0-BFD7-4829-B3AC-B09293BB4302}" type="presParOf" srcId="{06C1E9FE-2A08-4586-9623-27131E6B2995}" destId="{B64FFC75-7C04-4BAF-8A76-71C2E9CA9795}" srcOrd="0" destOrd="0" presId="urn:microsoft.com/office/officeart/2018/2/layout/IconVerticalSolidList"/>
    <dgm:cxn modelId="{9D8A95D5-FAE6-410C-999E-132910A3D9A9}" type="presParOf" srcId="{B64FFC75-7C04-4BAF-8A76-71C2E9CA9795}" destId="{20733805-FA17-4443-95ED-1D81125FBD4C}" srcOrd="0" destOrd="0" presId="urn:microsoft.com/office/officeart/2018/2/layout/IconVerticalSolidList"/>
    <dgm:cxn modelId="{F0F75C4E-AB78-41CF-8ED3-A5243901090C}" type="presParOf" srcId="{B64FFC75-7C04-4BAF-8A76-71C2E9CA9795}" destId="{7A511173-609A-4A9D-846D-85BE3AE7215A}" srcOrd="1" destOrd="0" presId="urn:microsoft.com/office/officeart/2018/2/layout/IconVerticalSolidList"/>
    <dgm:cxn modelId="{32AE766B-7247-4B3E-93D4-FDDD50F5B4DD}" type="presParOf" srcId="{B64FFC75-7C04-4BAF-8A76-71C2E9CA9795}" destId="{BBE41C20-BFE7-4BA8-BD13-3A803FB9779E}" srcOrd="2" destOrd="0" presId="urn:microsoft.com/office/officeart/2018/2/layout/IconVerticalSolidList"/>
    <dgm:cxn modelId="{41628D9F-6286-42A3-B5EC-CEFA01A7FE51}" type="presParOf" srcId="{B64FFC75-7C04-4BAF-8A76-71C2E9CA9795}" destId="{072B648D-3CA8-4BCE-B8B9-893E5B09523E}" srcOrd="3" destOrd="0" presId="urn:microsoft.com/office/officeart/2018/2/layout/IconVerticalSolidList"/>
    <dgm:cxn modelId="{9B8F0FE3-1FCE-4D95-8BF0-E9852896D82C}" type="presParOf" srcId="{06C1E9FE-2A08-4586-9623-27131E6B2995}" destId="{AC534C3E-C342-4EA5-A243-4812540A70B3}" srcOrd="1" destOrd="0" presId="urn:microsoft.com/office/officeart/2018/2/layout/IconVerticalSolidList"/>
    <dgm:cxn modelId="{5CCC5DA4-6606-4790-8FE8-B469E326BE4C}" type="presParOf" srcId="{06C1E9FE-2A08-4586-9623-27131E6B2995}" destId="{23F702DD-07CC-46DF-B923-FFB2D914828D}" srcOrd="2" destOrd="0" presId="urn:microsoft.com/office/officeart/2018/2/layout/IconVerticalSolidList"/>
    <dgm:cxn modelId="{7663D33D-2346-4A5C-8F18-E5CE68F7C638}" type="presParOf" srcId="{23F702DD-07CC-46DF-B923-FFB2D914828D}" destId="{414F4BC7-70EA-4594-B18E-D2F1B122F205}" srcOrd="0" destOrd="0" presId="urn:microsoft.com/office/officeart/2018/2/layout/IconVerticalSolidList"/>
    <dgm:cxn modelId="{5C96D9D2-886B-4834-944C-702F523E9EAE}" type="presParOf" srcId="{23F702DD-07CC-46DF-B923-FFB2D914828D}" destId="{B39357C1-782D-4F27-80AF-AA99007917FA}" srcOrd="1" destOrd="0" presId="urn:microsoft.com/office/officeart/2018/2/layout/IconVerticalSolidList"/>
    <dgm:cxn modelId="{457B2397-F6B0-4343-9A2C-4503FE41A19E}" type="presParOf" srcId="{23F702DD-07CC-46DF-B923-FFB2D914828D}" destId="{F26BE672-4A5B-40AA-8A5F-41E0B5E930AB}" srcOrd="2" destOrd="0" presId="urn:microsoft.com/office/officeart/2018/2/layout/IconVerticalSolidList"/>
    <dgm:cxn modelId="{6CDFCA56-1EE6-44A1-9510-0140EC7AB37E}" type="presParOf" srcId="{23F702DD-07CC-46DF-B923-FFB2D914828D}" destId="{4AA10277-E774-43A8-9A3B-0CD1BBB65AB7}" srcOrd="3" destOrd="0" presId="urn:microsoft.com/office/officeart/2018/2/layout/IconVerticalSolidList"/>
    <dgm:cxn modelId="{F7E83F19-ADA3-4AEB-A8E9-1A1D202C22D9}" type="presParOf" srcId="{06C1E9FE-2A08-4586-9623-27131E6B2995}" destId="{DFC0C396-4D02-4AC5-9896-E7D7BCDE3303}" srcOrd="3" destOrd="0" presId="urn:microsoft.com/office/officeart/2018/2/layout/IconVerticalSolidList"/>
    <dgm:cxn modelId="{F93A7759-8D24-4FD9-B3C0-BD79E1876EA4}" type="presParOf" srcId="{06C1E9FE-2A08-4586-9623-27131E6B2995}" destId="{808EA89B-2143-4CDD-BDAC-D561A0A37A79}" srcOrd="4" destOrd="0" presId="urn:microsoft.com/office/officeart/2018/2/layout/IconVerticalSolidList"/>
    <dgm:cxn modelId="{07DB5E68-1FA4-4284-9181-14DB12474195}" type="presParOf" srcId="{808EA89B-2143-4CDD-BDAC-D561A0A37A79}" destId="{A84B4547-9645-4082-997B-1457076C84DE}" srcOrd="0" destOrd="0" presId="urn:microsoft.com/office/officeart/2018/2/layout/IconVerticalSolidList"/>
    <dgm:cxn modelId="{7568D0F8-AFEA-48F7-A774-DA3F556E6BC8}" type="presParOf" srcId="{808EA89B-2143-4CDD-BDAC-D561A0A37A79}" destId="{2AC745F2-32D7-4A20-9AA9-BE3EDC14DD81}" srcOrd="1" destOrd="0" presId="urn:microsoft.com/office/officeart/2018/2/layout/IconVerticalSolidList"/>
    <dgm:cxn modelId="{A8B45FC9-9E17-4DD9-95AA-6405B271D5EC}" type="presParOf" srcId="{808EA89B-2143-4CDD-BDAC-D561A0A37A79}" destId="{8B232FFA-742B-4F00-9849-6C167697A669}" srcOrd="2" destOrd="0" presId="urn:microsoft.com/office/officeart/2018/2/layout/IconVerticalSolidList"/>
    <dgm:cxn modelId="{C34D6E7A-8FB7-47DB-9C9E-9A5E6ADE0D78}" type="presParOf" srcId="{808EA89B-2143-4CDD-BDAC-D561A0A37A79}" destId="{6047B3B6-C140-48BD-9EA6-C6444D8F926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B6D0517-532E-4C7B-9E64-69B92AF1DA4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D57BDD4-0187-4512-9439-A888C96991F8}">
      <dgm:prSet/>
      <dgm:spPr/>
      <dgm:t>
        <a:bodyPr/>
        <a:lstStyle/>
        <a:p>
          <a:r>
            <a:rPr lang="en-ID" b="1" dirty="0"/>
            <a:t>Dataset Imbalance</a:t>
          </a:r>
          <a:r>
            <a:rPr lang="en-ID" dirty="0"/>
            <a:t>: An imbalanced data set results in bias in the model that discriminatively and unfairly predicts directly for the majority class. Minority groups are not represented, resulting in low accuracy.</a:t>
          </a:r>
          <a:endParaRPr lang="en-US" dirty="0"/>
        </a:p>
      </dgm:t>
    </dgm:pt>
    <dgm:pt modelId="{124352E5-3507-44E1-B464-84A7EBC9BBB2}" type="parTrans" cxnId="{F048C845-77CF-47E8-862F-42278F8E5403}">
      <dgm:prSet/>
      <dgm:spPr/>
      <dgm:t>
        <a:bodyPr/>
        <a:lstStyle/>
        <a:p>
          <a:endParaRPr lang="en-US"/>
        </a:p>
      </dgm:t>
    </dgm:pt>
    <dgm:pt modelId="{C21158C1-E8A8-4E7D-A1B7-53F31EEF72D8}" type="sibTrans" cxnId="{F048C845-77CF-47E8-862F-42278F8E5403}">
      <dgm:prSet/>
      <dgm:spPr/>
      <dgm:t>
        <a:bodyPr/>
        <a:lstStyle/>
        <a:p>
          <a:endParaRPr lang="en-US"/>
        </a:p>
      </dgm:t>
    </dgm:pt>
    <dgm:pt modelId="{760B39DB-0861-48C3-94EB-B7471569B6A2}">
      <dgm:prSet/>
      <dgm:spPr/>
      <dgm:t>
        <a:bodyPr/>
        <a:lstStyle/>
        <a:p>
          <a:r>
            <a:rPr lang="en-ID" b="1"/>
            <a:t>Impact of Sample Size</a:t>
          </a:r>
          <a:r>
            <a:rPr lang="en-ID"/>
            <a:t>: Small sample size gave misleading impression of fairness, because it can fakely increase the model's performance on minority classes, when in fact it does not.</a:t>
          </a:r>
          <a:endParaRPr lang="en-US"/>
        </a:p>
      </dgm:t>
    </dgm:pt>
    <dgm:pt modelId="{F379184C-6EF2-48BF-AD1E-8B5FF9A304AE}" type="parTrans" cxnId="{F7FF05FA-6482-4CF3-AC31-D62909CBB224}">
      <dgm:prSet/>
      <dgm:spPr/>
      <dgm:t>
        <a:bodyPr/>
        <a:lstStyle/>
        <a:p>
          <a:endParaRPr lang="en-US"/>
        </a:p>
      </dgm:t>
    </dgm:pt>
    <dgm:pt modelId="{60CA947C-98CE-47AC-A3EB-883201E0456D}" type="sibTrans" cxnId="{F7FF05FA-6482-4CF3-AC31-D62909CBB224}">
      <dgm:prSet/>
      <dgm:spPr/>
      <dgm:t>
        <a:bodyPr/>
        <a:lstStyle/>
        <a:p>
          <a:endParaRPr lang="en-US"/>
        </a:p>
      </dgm:t>
    </dgm:pt>
    <dgm:pt modelId="{A1613094-5CFF-4A74-8C6A-A551AE41366E}">
      <dgm:prSet/>
      <dgm:spPr/>
      <dgm:t>
        <a:bodyPr/>
        <a:lstStyle/>
        <a:p>
          <a:r>
            <a:rPr lang="en-ID" b="1" dirty="0"/>
            <a:t>Bias Evaluation</a:t>
          </a:r>
          <a:r>
            <a:rPr lang="en-ID" dirty="0"/>
            <a:t>: The findings showed that the bias evaluation is failed when using imbalanced and small data sets</a:t>
          </a:r>
          <a:endParaRPr lang="en-US" dirty="0"/>
        </a:p>
      </dgm:t>
    </dgm:pt>
    <dgm:pt modelId="{83A92A2A-F8C5-4242-8402-2A8A7EAF4377}" type="parTrans" cxnId="{C9CDD926-E8AF-4592-B4D0-09B92B4BD305}">
      <dgm:prSet/>
      <dgm:spPr/>
      <dgm:t>
        <a:bodyPr/>
        <a:lstStyle/>
        <a:p>
          <a:endParaRPr lang="en-US"/>
        </a:p>
      </dgm:t>
    </dgm:pt>
    <dgm:pt modelId="{DDB65FAD-9556-4E85-927E-574A8A4BB3BF}" type="sibTrans" cxnId="{C9CDD926-E8AF-4592-B4D0-09B92B4BD305}">
      <dgm:prSet/>
      <dgm:spPr/>
      <dgm:t>
        <a:bodyPr/>
        <a:lstStyle/>
        <a:p>
          <a:endParaRPr lang="en-US"/>
        </a:p>
      </dgm:t>
    </dgm:pt>
    <dgm:pt modelId="{04A66ABE-ECC5-46BF-8DF7-B27E6F347DCD}" type="pres">
      <dgm:prSet presAssocID="{7B6D0517-532E-4C7B-9E64-69B92AF1DA48}" presName="root" presStyleCnt="0">
        <dgm:presLayoutVars>
          <dgm:dir/>
          <dgm:resizeHandles val="exact"/>
        </dgm:presLayoutVars>
      </dgm:prSet>
      <dgm:spPr/>
    </dgm:pt>
    <dgm:pt modelId="{9CF45473-A264-42A9-8179-4F2B2EBFC054}" type="pres">
      <dgm:prSet presAssocID="{CD57BDD4-0187-4512-9439-A888C96991F8}" presName="compNode" presStyleCnt="0"/>
      <dgm:spPr/>
    </dgm:pt>
    <dgm:pt modelId="{284D3F1A-E4C1-48ED-A71A-DA719977B023}" type="pres">
      <dgm:prSet presAssocID="{CD57BDD4-0187-4512-9439-A888C96991F8}" presName="bgRect" presStyleLbl="bgShp" presStyleIdx="0" presStyleCnt="3" custLinFactNeighborX="74" custLinFactNeighborY="119"/>
      <dgm:spPr/>
    </dgm:pt>
    <dgm:pt modelId="{A96D0E14-8C9D-4BC1-8E87-CB8F612B30FB}" type="pres">
      <dgm:prSet presAssocID="{CD57BDD4-0187-4512-9439-A888C96991F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28E08370-3A59-422E-B86B-E0C7BCEB4B17}" type="pres">
      <dgm:prSet presAssocID="{CD57BDD4-0187-4512-9439-A888C96991F8}" presName="spaceRect" presStyleCnt="0"/>
      <dgm:spPr/>
    </dgm:pt>
    <dgm:pt modelId="{05919154-356F-48B6-BDDF-14BC396FEB53}" type="pres">
      <dgm:prSet presAssocID="{CD57BDD4-0187-4512-9439-A888C96991F8}" presName="parTx" presStyleLbl="revTx" presStyleIdx="0" presStyleCnt="3">
        <dgm:presLayoutVars>
          <dgm:chMax val="0"/>
          <dgm:chPref val="0"/>
        </dgm:presLayoutVars>
      </dgm:prSet>
      <dgm:spPr/>
    </dgm:pt>
    <dgm:pt modelId="{9B472396-8CCB-4F0A-B546-60773A05B2A2}" type="pres">
      <dgm:prSet presAssocID="{C21158C1-E8A8-4E7D-A1B7-53F31EEF72D8}" presName="sibTrans" presStyleCnt="0"/>
      <dgm:spPr/>
    </dgm:pt>
    <dgm:pt modelId="{422C7249-03FB-4E64-8E09-B1F4D367F1E9}" type="pres">
      <dgm:prSet presAssocID="{760B39DB-0861-48C3-94EB-B7471569B6A2}" presName="compNode" presStyleCnt="0"/>
      <dgm:spPr/>
    </dgm:pt>
    <dgm:pt modelId="{C351F565-98C8-435E-AB16-B9FCE2B1C47B}" type="pres">
      <dgm:prSet presAssocID="{760B39DB-0861-48C3-94EB-B7471569B6A2}" presName="bgRect" presStyleLbl="bgShp" presStyleIdx="1" presStyleCnt="3"/>
      <dgm:spPr/>
    </dgm:pt>
    <dgm:pt modelId="{FC922209-C1AD-4628-8BE8-98733696DF21}" type="pres">
      <dgm:prSet presAssocID="{760B39DB-0861-48C3-94EB-B7471569B6A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021F0D6A-9AAC-44E1-B292-BDB290CB64E2}" type="pres">
      <dgm:prSet presAssocID="{760B39DB-0861-48C3-94EB-B7471569B6A2}" presName="spaceRect" presStyleCnt="0"/>
      <dgm:spPr/>
    </dgm:pt>
    <dgm:pt modelId="{83562C27-9F3C-4420-944A-68C63CC62A02}" type="pres">
      <dgm:prSet presAssocID="{760B39DB-0861-48C3-94EB-B7471569B6A2}" presName="parTx" presStyleLbl="revTx" presStyleIdx="1" presStyleCnt="3">
        <dgm:presLayoutVars>
          <dgm:chMax val="0"/>
          <dgm:chPref val="0"/>
        </dgm:presLayoutVars>
      </dgm:prSet>
      <dgm:spPr/>
    </dgm:pt>
    <dgm:pt modelId="{D3FA6EE9-D3CD-4684-9750-CEBE8855B92F}" type="pres">
      <dgm:prSet presAssocID="{60CA947C-98CE-47AC-A3EB-883201E0456D}" presName="sibTrans" presStyleCnt="0"/>
      <dgm:spPr/>
    </dgm:pt>
    <dgm:pt modelId="{132163CD-B085-4243-B70E-B3CA27674B57}" type="pres">
      <dgm:prSet presAssocID="{A1613094-5CFF-4A74-8C6A-A551AE41366E}" presName="compNode" presStyleCnt="0"/>
      <dgm:spPr/>
    </dgm:pt>
    <dgm:pt modelId="{EFB63445-495B-4271-8CAB-A263CCE38775}" type="pres">
      <dgm:prSet presAssocID="{A1613094-5CFF-4A74-8C6A-A551AE41366E}" presName="bgRect" presStyleLbl="bgShp" presStyleIdx="2" presStyleCnt="3"/>
      <dgm:spPr/>
    </dgm:pt>
    <dgm:pt modelId="{809B08D3-1383-4842-B9E1-527DA1A07A61}" type="pres">
      <dgm:prSet presAssocID="{A1613094-5CFF-4A74-8C6A-A551AE41366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rritant"/>
        </a:ext>
      </dgm:extLst>
    </dgm:pt>
    <dgm:pt modelId="{151F478A-EF36-4304-A84F-CFFB1D25EB1A}" type="pres">
      <dgm:prSet presAssocID="{A1613094-5CFF-4A74-8C6A-A551AE41366E}" presName="spaceRect" presStyleCnt="0"/>
      <dgm:spPr/>
    </dgm:pt>
    <dgm:pt modelId="{7A1E097E-AC4F-4444-9BA8-5ABC7AE88FAE}" type="pres">
      <dgm:prSet presAssocID="{A1613094-5CFF-4A74-8C6A-A551AE41366E}" presName="parTx" presStyleLbl="revTx" presStyleIdx="2" presStyleCnt="3">
        <dgm:presLayoutVars>
          <dgm:chMax val="0"/>
          <dgm:chPref val="0"/>
        </dgm:presLayoutVars>
      </dgm:prSet>
      <dgm:spPr/>
    </dgm:pt>
  </dgm:ptLst>
  <dgm:cxnLst>
    <dgm:cxn modelId="{A74F981B-1EB2-4542-958D-623200DE4878}" type="presOf" srcId="{7B6D0517-532E-4C7B-9E64-69B92AF1DA48}" destId="{04A66ABE-ECC5-46BF-8DF7-B27E6F347DCD}" srcOrd="0" destOrd="0" presId="urn:microsoft.com/office/officeart/2018/2/layout/IconVerticalSolidList"/>
    <dgm:cxn modelId="{C9CDD926-E8AF-4592-B4D0-09B92B4BD305}" srcId="{7B6D0517-532E-4C7B-9E64-69B92AF1DA48}" destId="{A1613094-5CFF-4A74-8C6A-A551AE41366E}" srcOrd="2" destOrd="0" parTransId="{83A92A2A-F8C5-4242-8402-2A8A7EAF4377}" sibTransId="{DDB65FAD-9556-4E85-927E-574A8A4BB3BF}"/>
    <dgm:cxn modelId="{F048C845-77CF-47E8-862F-42278F8E5403}" srcId="{7B6D0517-532E-4C7B-9E64-69B92AF1DA48}" destId="{CD57BDD4-0187-4512-9439-A888C96991F8}" srcOrd="0" destOrd="0" parTransId="{124352E5-3507-44E1-B464-84A7EBC9BBB2}" sibTransId="{C21158C1-E8A8-4E7D-A1B7-53F31EEF72D8}"/>
    <dgm:cxn modelId="{BAD022D3-8BC5-41F9-BC30-8B53D060B15F}" type="presOf" srcId="{A1613094-5CFF-4A74-8C6A-A551AE41366E}" destId="{7A1E097E-AC4F-4444-9BA8-5ABC7AE88FAE}" srcOrd="0" destOrd="0" presId="urn:microsoft.com/office/officeart/2018/2/layout/IconVerticalSolidList"/>
    <dgm:cxn modelId="{A84F7FDC-8E07-4032-AD52-B655566BE112}" type="presOf" srcId="{760B39DB-0861-48C3-94EB-B7471569B6A2}" destId="{83562C27-9F3C-4420-944A-68C63CC62A02}" srcOrd="0" destOrd="0" presId="urn:microsoft.com/office/officeart/2018/2/layout/IconVerticalSolidList"/>
    <dgm:cxn modelId="{098FDEE9-A913-484A-92FA-7A001A555886}" type="presOf" srcId="{CD57BDD4-0187-4512-9439-A888C96991F8}" destId="{05919154-356F-48B6-BDDF-14BC396FEB53}" srcOrd="0" destOrd="0" presId="urn:microsoft.com/office/officeart/2018/2/layout/IconVerticalSolidList"/>
    <dgm:cxn modelId="{F7FF05FA-6482-4CF3-AC31-D62909CBB224}" srcId="{7B6D0517-532E-4C7B-9E64-69B92AF1DA48}" destId="{760B39DB-0861-48C3-94EB-B7471569B6A2}" srcOrd="1" destOrd="0" parTransId="{F379184C-6EF2-48BF-AD1E-8B5FF9A304AE}" sibTransId="{60CA947C-98CE-47AC-A3EB-883201E0456D}"/>
    <dgm:cxn modelId="{34BC06CB-8BF1-4272-9846-6497F57A6A82}" type="presParOf" srcId="{04A66ABE-ECC5-46BF-8DF7-B27E6F347DCD}" destId="{9CF45473-A264-42A9-8179-4F2B2EBFC054}" srcOrd="0" destOrd="0" presId="urn:microsoft.com/office/officeart/2018/2/layout/IconVerticalSolidList"/>
    <dgm:cxn modelId="{1D17B926-48A4-4F1E-8E21-F0B7BC43971B}" type="presParOf" srcId="{9CF45473-A264-42A9-8179-4F2B2EBFC054}" destId="{284D3F1A-E4C1-48ED-A71A-DA719977B023}" srcOrd="0" destOrd="0" presId="urn:microsoft.com/office/officeart/2018/2/layout/IconVerticalSolidList"/>
    <dgm:cxn modelId="{7E1476EA-BE9D-4909-9895-E06068B63E50}" type="presParOf" srcId="{9CF45473-A264-42A9-8179-4F2B2EBFC054}" destId="{A96D0E14-8C9D-4BC1-8E87-CB8F612B30FB}" srcOrd="1" destOrd="0" presId="urn:microsoft.com/office/officeart/2018/2/layout/IconVerticalSolidList"/>
    <dgm:cxn modelId="{2AEA7467-524C-4730-93D0-533950A1682F}" type="presParOf" srcId="{9CF45473-A264-42A9-8179-4F2B2EBFC054}" destId="{28E08370-3A59-422E-B86B-E0C7BCEB4B17}" srcOrd="2" destOrd="0" presId="urn:microsoft.com/office/officeart/2018/2/layout/IconVerticalSolidList"/>
    <dgm:cxn modelId="{28966F28-4BC6-4293-986E-101981330F25}" type="presParOf" srcId="{9CF45473-A264-42A9-8179-4F2B2EBFC054}" destId="{05919154-356F-48B6-BDDF-14BC396FEB53}" srcOrd="3" destOrd="0" presId="urn:microsoft.com/office/officeart/2018/2/layout/IconVerticalSolidList"/>
    <dgm:cxn modelId="{D3F99E2D-360C-4330-B773-ADE58DD35CD0}" type="presParOf" srcId="{04A66ABE-ECC5-46BF-8DF7-B27E6F347DCD}" destId="{9B472396-8CCB-4F0A-B546-60773A05B2A2}" srcOrd="1" destOrd="0" presId="urn:microsoft.com/office/officeart/2018/2/layout/IconVerticalSolidList"/>
    <dgm:cxn modelId="{F9244438-5978-4165-9D78-C6FD72C3F5A1}" type="presParOf" srcId="{04A66ABE-ECC5-46BF-8DF7-B27E6F347DCD}" destId="{422C7249-03FB-4E64-8E09-B1F4D367F1E9}" srcOrd="2" destOrd="0" presId="urn:microsoft.com/office/officeart/2018/2/layout/IconVerticalSolidList"/>
    <dgm:cxn modelId="{32826C10-BB5E-41DE-8E67-8CA704C8D864}" type="presParOf" srcId="{422C7249-03FB-4E64-8E09-B1F4D367F1E9}" destId="{C351F565-98C8-435E-AB16-B9FCE2B1C47B}" srcOrd="0" destOrd="0" presId="urn:microsoft.com/office/officeart/2018/2/layout/IconVerticalSolidList"/>
    <dgm:cxn modelId="{9E82DA55-057F-4CDF-911B-5E0BD85382B3}" type="presParOf" srcId="{422C7249-03FB-4E64-8E09-B1F4D367F1E9}" destId="{FC922209-C1AD-4628-8BE8-98733696DF21}" srcOrd="1" destOrd="0" presId="urn:microsoft.com/office/officeart/2018/2/layout/IconVerticalSolidList"/>
    <dgm:cxn modelId="{925F3226-2D55-4C19-AB62-F95298CDE1EB}" type="presParOf" srcId="{422C7249-03FB-4E64-8E09-B1F4D367F1E9}" destId="{021F0D6A-9AAC-44E1-B292-BDB290CB64E2}" srcOrd="2" destOrd="0" presId="urn:microsoft.com/office/officeart/2018/2/layout/IconVerticalSolidList"/>
    <dgm:cxn modelId="{B3CCC8B9-EE66-4B77-9C73-E5576E20CF6A}" type="presParOf" srcId="{422C7249-03FB-4E64-8E09-B1F4D367F1E9}" destId="{83562C27-9F3C-4420-944A-68C63CC62A02}" srcOrd="3" destOrd="0" presId="urn:microsoft.com/office/officeart/2018/2/layout/IconVerticalSolidList"/>
    <dgm:cxn modelId="{A3432805-B5E2-44C1-A0F3-6D6FE5506FA3}" type="presParOf" srcId="{04A66ABE-ECC5-46BF-8DF7-B27E6F347DCD}" destId="{D3FA6EE9-D3CD-4684-9750-CEBE8855B92F}" srcOrd="3" destOrd="0" presId="urn:microsoft.com/office/officeart/2018/2/layout/IconVerticalSolidList"/>
    <dgm:cxn modelId="{FF4261B2-FEB0-4960-BFE8-BDCA19D08ED4}" type="presParOf" srcId="{04A66ABE-ECC5-46BF-8DF7-B27E6F347DCD}" destId="{132163CD-B085-4243-B70E-B3CA27674B57}" srcOrd="4" destOrd="0" presId="urn:microsoft.com/office/officeart/2018/2/layout/IconVerticalSolidList"/>
    <dgm:cxn modelId="{048C5918-F119-42FF-877F-6546580075A3}" type="presParOf" srcId="{132163CD-B085-4243-B70E-B3CA27674B57}" destId="{EFB63445-495B-4271-8CAB-A263CCE38775}" srcOrd="0" destOrd="0" presId="urn:microsoft.com/office/officeart/2018/2/layout/IconVerticalSolidList"/>
    <dgm:cxn modelId="{F8CCFDE0-83F3-4CE5-8AEE-365A46E7239B}" type="presParOf" srcId="{132163CD-B085-4243-B70E-B3CA27674B57}" destId="{809B08D3-1383-4842-B9E1-527DA1A07A61}" srcOrd="1" destOrd="0" presId="urn:microsoft.com/office/officeart/2018/2/layout/IconVerticalSolidList"/>
    <dgm:cxn modelId="{8A40028A-1EC2-4D78-A974-9B1FB7B61E5A}" type="presParOf" srcId="{132163CD-B085-4243-B70E-B3CA27674B57}" destId="{151F478A-EF36-4304-A84F-CFFB1D25EB1A}" srcOrd="2" destOrd="0" presId="urn:microsoft.com/office/officeart/2018/2/layout/IconVerticalSolidList"/>
    <dgm:cxn modelId="{4F405688-F55A-4094-AE19-1EAE458E7CA2}" type="presParOf" srcId="{132163CD-B085-4243-B70E-B3CA27674B57}" destId="{7A1E097E-AC4F-4444-9BA8-5ABC7AE88FA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B6D0517-532E-4C7B-9E64-69B92AF1DA4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D57BDD4-0187-4512-9439-A888C96991F8}">
      <dgm:prSet/>
      <dgm:spPr/>
      <dgm:t>
        <a:bodyPr/>
        <a:lstStyle/>
        <a:p>
          <a:r>
            <a:rPr lang="en-US" dirty="0"/>
            <a:t>This study only evaluates a few types of data characteristics, which are only data homogeneity and data sparsity</a:t>
          </a:r>
        </a:p>
      </dgm:t>
    </dgm:pt>
    <dgm:pt modelId="{124352E5-3507-44E1-B464-84A7EBC9BBB2}" type="parTrans" cxnId="{F048C845-77CF-47E8-862F-42278F8E5403}">
      <dgm:prSet/>
      <dgm:spPr/>
      <dgm:t>
        <a:bodyPr/>
        <a:lstStyle/>
        <a:p>
          <a:endParaRPr lang="en-US"/>
        </a:p>
      </dgm:t>
    </dgm:pt>
    <dgm:pt modelId="{C21158C1-E8A8-4E7D-A1B7-53F31EEF72D8}" type="sibTrans" cxnId="{F048C845-77CF-47E8-862F-42278F8E5403}">
      <dgm:prSet/>
      <dgm:spPr/>
      <dgm:t>
        <a:bodyPr/>
        <a:lstStyle/>
        <a:p>
          <a:endParaRPr lang="en-US"/>
        </a:p>
      </dgm:t>
    </dgm:pt>
    <dgm:pt modelId="{760B39DB-0861-48C3-94EB-B7471569B6A2}">
      <dgm:prSet/>
      <dgm:spPr/>
      <dgm:t>
        <a:bodyPr/>
        <a:lstStyle/>
        <a:p>
          <a:r>
            <a:rPr lang="en-US" dirty="0"/>
            <a:t>This study only use logistic regression model</a:t>
          </a:r>
        </a:p>
      </dgm:t>
    </dgm:pt>
    <dgm:pt modelId="{F379184C-6EF2-48BF-AD1E-8B5FF9A304AE}" type="parTrans" cxnId="{F7FF05FA-6482-4CF3-AC31-D62909CBB224}">
      <dgm:prSet/>
      <dgm:spPr/>
      <dgm:t>
        <a:bodyPr/>
        <a:lstStyle/>
        <a:p>
          <a:endParaRPr lang="en-US"/>
        </a:p>
      </dgm:t>
    </dgm:pt>
    <dgm:pt modelId="{60CA947C-98CE-47AC-A3EB-883201E0456D}" type="sibTrans" cxnId="{F7FF05FA-6482-4CF3-AC31-D62909CBB224}">
      <dgm:prSet/>
      <dgm:spPr/>
      <dgm:t>
        <a:bodyPr/>
        <a:lstStyle/>
        <a:p>
          <a:endParaRPr lang="en-US"/>
        </a:p>
      </dgm:t>
    </dgm:pt>
    <dgm:pt modelId="{A1613094-5CFF-4A74-8C6A-A551AE41366E}">
      <dgm:prSet/>
      <dgm:spPr/>
      <dgm:t>
        <a:bodyPr/>
        <a:lstStyle/>
        <a:p>
          <a:r>
            <a:rPr lang="en-US" dirty="0"/>
            <a:t>The study was also limited to only the use of synthetic (artificial) datasets. </a:t>
          </a:r>
        </a:p>
      </dgm:t>
    </dgm:pt>
    <dgm:pt modelId="{83A92A2A-F8C5-4242-8402-2A8A7EAF4377}" type="parTrans" cxnId="{C9CDD926-E8AF-4592-B4D0-09B92B4BD305}">
      <dgm:prSet/>
      <dgm:spPr/>
      <dgm:t>
        <a:bodyPr/>
        <a:lstStyle/>
        <a:p>
          <a:endParaRPr lang="en-US"/>
        </a:p>
      </dgm:t>
    </dgm:pt>
    <dgm:pt modelId="{DDB65FAD-9556-4E85-927E-574A8A4BB3BF}" type="sibTrans" cxnId="{C9CDD926-E8AF-4592-B4D0-09B92B4BD305}">
      <dgm:prSet/>
      <dgm:spPr/>
      <dgm:t>
        <a:bodyPr/>
        <a:lstStyle/>
        <a:p>
          <a:endParaRPr lang="en-US"/>
        </a:p>
      </dgm:t>
    </dgm:pt>
    <dgm:pt modelId="{04A66ABE-ECC5-46BF-8DF7-B27E6F347DCD}" type="pres">
      <dgm:prSet presAssocID="{7B6D0517-532E-4C7B-9E64-69B92AF1DA48}" presName="root" presStyleCnt="0">
        <dgm:presLayoutVars>
          <dgm:dir/>
          <dgm:resizeHandles val="exact"/>
        </dgm:presLayoutVars>
      </dgm:prSet>
      <dgm:spPr/>
    </dgm:pt>
    <dgm:pt modelId="{9CF45473-A264-42A9-8179-4F2B2EBFC054}" type="pres">
      <dgm:prSet presAssocID="{CD57BDD4-0187-4512-9439-A888C96991F8}" presName="compNode" presStyleCnt="0"/>
      <dgm:spPr/>
    </dgm:pt>
    <dgm:pt modelId="{284D3F1A-E4C1-48ED-A71A-DA719977B023}" type="pres">
      <dgm:prSet presAssocID="{CD57BDD4-0187-4512-9439-A888C96991F8}" presName="bgRect" presStyleLbl="bgShp" presStyleIdx="0" presStyleCnt="3"/>
      <dgm:spPr/>
    </dgm:pt>
    <dgm:pt modelId="{A96D0E14-8C9D-4BC1-8E87-CB8F612B30FB}" type="pres">
      <dgm:prSet presAssocID="{CD57BDD4-0187-4512-9439-A888C96991F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28E08370-3A59-422E-B86B-E0C7BCEB4B17}" type="pres">
      <dgm:prSet presAssocID="{CD57BDD4-0187-4512-9439-A888C96991F8}" presName="spaceRect" presStyleCnt="0"/>
      <dgm:spPr/>
    </dgm:pt>
    <dgm:pt modelId="{05919154-356F-48B6-BDDF-14BC396FEB53}" type="pres">
      <dgm:prSet presAssocID="{CD57BDD4-0187-4512-9439-A888C96991F8}" presName="parTx" presStyleLbl="revTx" presStyleIdx="0" presStyleCnt="3">
        <dgm:presLayoutVars>
          <dgm:chMax val="0"/>
          <dgm:chPref val="0"/>
        </dgm:presLayoutVars>
      </dgm:prSet>
      <dgm:spPr/>
    </dgm:pt>
    <dgm:pt modelId="{9B472396-8CCB-4F0A-B546-60773A05B2A2}" type="pres">
      <dgm:prSet presAssocID="{C21158C1-E8A8-4E7D-A1B7-53F31EEF72D8}" presName="sibTrans" presStyleCnt="0"/>
      <dgm:spPr/>
    </dgm:pt>
    <dgm:pt modelId="{422C7249-03FB-4E64-8E09-B1F4D367F1E9}" type="pres">
      <dgm:prSet presAssocID="{760B39DB-0861-48C3-94EB-B7471569B6A2}" presName="compNode" presStyleCnt="0"/>
      <dgm:spPr/>
    </dgm:pt>
    <dgm:pt modelId="{C351F565-98C8-435E-AB16-B9FCE2B1C47B}" type="pres">
      <dgm:prSet presAssocID="{760B39DB-0861-48C3-94EB-B7471569B6A2}" presName="bgRect" presStyleLbl="bgShp" presStyleIdx="1" presStyleCnt="3"/>
      <dgm:spPr/>
    </dgm:pt>
    <dgm:pt modelId="{FC922209-C1AD-4628-8BE8-98733696DF21}" type="pres">
      <dgm:prSet presAssocID="{760B39DB-0861-48C3-94EB-B7471569B6A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021F0D6A-9AAC-44E1-B292-BDB290CB64E2}" type="pres">
      <dgm:prSet presAssocID="{760B39DB-0861-48C3-94EB-B7471569B6A2}" presName="spaceRect" presStyleCnt="0"/>
      <dgm:spPr/>
    </dgm:pt>
    <dgm:pt modelId="{83562C27-9F3C-4420-944A-68C63CC62A02}" type="pres">
      <dgm:prSet presAssocID="{760B39DB-0861-48C3-94EB-B7471569B6A2}" presName="parTx" presStyleLbl="revTx" presStyleIdx="1" presStyleCnt="3">
        <dgm:presLayoutVars>
          <dgm:chMax val="0"/>
          <dgm:chPref val="0"/>
        </dgm:presLayoutVars>
      </dgm:prSet>
      <dgm:spPr/>
    </dgm:pt>
    <dgm:pt modelId="{D3FA6EE9-D3CD-4684-9750-CEBE8855B92F}" type="pres">
      <dgm:prSet presAssocID="{60CA947C-98CE-47AC-A3EB-883201E0456D}" presName="sibTrans" presStyleCnt="0"/>
      <dgm:spPr/>
    </dgm:pt>
    <dgm:pt modelId="{132163CD-B085-4243-B70E-B3CA27674B57}" type="pres">
      <dgm:prSet presAssocID="{A1613094-5CFF-4A74-8C6A-A551AE41366E}" presName="compNode" presStyleCnt="0"/>
      <dgm:spPr/>
    </dgm:pt>
    <dgm:pt modelId="{EFB63445-495B-4271-8CAB-A263CCE38775}" type="pres">
      <dgm:prSet presAssocID="{A1613094-5CFF-4A74-8C6A-A551AE41366E}" presName="bgRect" presStyleLbl="bgShp" presStyleIdx="2" presStyleCnt="3"/>
      <dgm:spPr/>
    </dgm:pt>
    <dgm:pt modelId="{809B08D3-1383-4842-B9E1-527DA1A07A61}" type="pres">
      <dgm:prSet presAssocID="{A1613094-5CFF-4A74-8C6A-A551AE41366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rritant"/>
        </a:ext>
      </dgm:extLst>
    </dgm:pt>
    <dgm:pt modelId="{151F478A-EF36-4304-A84F-CFFB1D25EB1A}" type="pres">
      <dgm:prSet presAssocID="{A1613094-5CFF-4A74-8C6A-A551AE41366E}" presName="spaceRect" presStyleCnt="0"/>
      <dgm:spPr/>
    </dgm:pt>
    <dgm:pt modelId="{7A1E097E-AC4F-4444-9BA8-5ABC7AE88FAE}" type="pres">
      <dgm:prSet presAssocID="{A1613094-5CFF-4A74-8C6A-A551AE41366E}" presName="parTx" presStyleLbl="revTx" presStyleIdx="2" presStyleCnt="3">
        <dgm:presLayoutVars>
          <dgm:chMax val="0"/>
          <dgm:chPref val="0"/>
        </dgm:presLayoutVars>
      </dgm:prSet>
      <dgm:spPr/>
    </dgm:pt>
  </dgm:ptLst>
  <dgm:cxnLst>
    <dgm:cxn modelId="{A74F981B-1EB2-4542-958D-623200DE4878}" type="presOf" srcId="{7B6D0517-532E-4C7B-9E64-69B92AF1DA48}" destId="{04A66ABE-ECC5-46BF-8DF7-B27E6F347DCD}" srcOrd="0" destOrd="0" presId="urn:microsoft.com/office/officeart/2018/2/layout/IconVerticalSolidList"/>
    <dgm:cxn modelId="{C9CDD926-E8AF-4592-B4D0-09B92B4BD305}" srcId="{7B6D0517-532E-4C7B-9E64-69B92AF1DA48}" destId="{A1613094-5CFF-4A74-8C6A-A551AE41366E}" srcOrd="2" destOrd="0" parTransId="{83A92A2A-F8C5-4242-8402-2A8A7EAF4377}" sibTransId="{DDB65FAD-9556-4E85-927E-574A8A4BB3BF}"/>
    <dgm:cxn modelId="{F048C845-77CF-47E8-862F-42278F8E5403}" srcId="{7B6D0517-532E-4C7B-9E64-69B92AF1DA48}" destId="{CD57BDD4-0187-4512-9439-A888C96991F8}" srcOrd="0" destOrd="0" parTransId="{124352E5-3507-44E1-B464-84A7EBC9BBB2}" sibTransId="{C21158C1-E8A8-4E7D-A1B7-53F31EEF72D8}"/>
    <dgm:cxn modelId="{BAD022D3-8BC5-41F9-BC30-8B53D060B15F}" type="presOf" srcId="{A1613094-5CFF-4A74-8C6A-A551AE41366E}" destId="{7A1E097E-AC4F-4444-9BA8-5ABC7AE88FAE}" srcOrd="0" destOrd="0" presId="urn:microsoft.com/office/officeart/2018/2/layout/IconVerticalSolidList"/>
    <dgm:cxn modelId="{A84F7FDC-8E07-4032-AD52-B655566BE112}" type="presOf" srcId="{760B39DB-0861-48C3-94EB-B7471569B6A2}" destId="{83562C27-9F3C-4420-944A-68C63CC62A02}" srcOrd="0" destOrd="0" presId="urn:microsoft.com/office/officeart/2018/2/layout/IconVerticalSolidList"/>
    <dgm:cxn modelId="{098FDEE9-A913-484A-92FA-7A001A555886}" type="presOf" srcId="{CD57BDD4-0187-4512-9439-A888C96991F8}" destId="{05919154-356F-48B6-BDDF-14BC396FEB53}" srcOrd="0" destOrd="0" presId="urn:microsoft.com/office/officeart/2018/2/layout/IconVerticalSolidList"/>
    <dgm:cxn modelId="{F7FF05FA-6482-4CF3-AC31-D62909CBB224}" srcId="{7B6D0517-532E-4C7B-9E64-69B92AF1DA48}" destId="{760B39DB-0861-48C3-94EB-B7471569B6A2}" srcOrd="1" destOrd="0" parTransId="{F379184C-6EF2-48BF-AD1E-8B5FF9A304AE}" sibTransId="{60CA947C-98CE-47AC-A3EB-883201E0456D}"/>
    <dgm:cxn modelId="{34BC06CB-8BF1-4272-9846-6497F57A6A82}" type="presParOf" srcId="{04A66ABE-ECC5-46BF-8DF7-B27E6F347DCD}" destId="{9CF45473-A264-42A9-8179-4F2B2EBFC054}" srcOrd="0" destOrd="0" presId="urn:microsoft.com/office/officeart/2018/2/layout/IconVerticalSolidList"/>
    <dgm:cxn modelId="{1D17B926-48A4-4F1E-8E21-F0B7BC43971B}" type="presParOf" srcId="{9CF45473-A264-42A9-8179-4F2B2EBFC054}" destId="{284D3F1A-E4C1-48ED-A71A-DA719977B023}" srcOrd="0" destOrd="0" presId="urn:microsoft.com/office/officeart/2018/2/layout/IconVerticalSolidList"/>
    <dgm:cxn modelId="{7E1476EA-BE9D-4909-9895-E06068B63E50}" type="presParOf" srcId="{9CF45473-A264-42A9-8179-4F2B2EBFC054}" destId="{A96D0E14-8C9D-4BC1-8E87-CB8F612B30FB}" srcOrd="1" destOrd="0" presId="urn:microsoft.com/office/officeart/2018/2/layout/IconVerticalSolidList"/>
    <dgm:cxn modelId="{2AEA7467-524C-4730-93D0-533950A1682F}" type="presParOf" srcId="{9CF45473-A264-42A9-8179-4F2B2EBFC054}" destId="{28E08370-3A59-422E-B86B-E0C7BCEB4B17}" srcOrd="2" destOrd="0" presId="urn:microsoft.com/office/officeart/2018/2/layout/IconVerticalSolidList"/>
    <dgm:cxn modelId="{28966F28-4BC6-4293-986E-101981330F25}" type="presParOf" srcId="{9CF45473-A264-42A9-8179-4F2B2EBFC054}" destId="{05919154-356F-48B6-BDDF-14BC396FEB53}" srcOrd="3" destOrd="0" presId="urn:microsoft.com/office/officeart/2018/2/layout/IconVerticalSolidList"/>
    <dgm:cxn modelId="{D3F99E2D-360C-4330-B773-ADE58DD35CD0}" type="presParOf" srcId="{04A66ABE-ECC5-46BF-8DF7-B27E6F347DCD}" destId="{9B472396-8CCB-4F0A-B546-60773A05B2A2}" srcOrd="1" destOrd="0" presId="urn:microsoft.com/office/officeart/2018/2/layout/IconVerticalSolidList"/>
    <dgm:cxn modelId="{F9244438-5978-4165-9D78-C6FD72C3F5A1}" type="presParOf" srcId="{04A66ABE-ECC5-46BF-8DF7-B27E6F347DCD}" destId="{422C7249-03FB-4E64-8E09-B1F4D367F1E9}" srcOrd="2" destOrd="0" presId="urn:microsoft.com/office/officeart/2018/2/layout/IconVerticalSolidList"/>
    <dgm:cxn modelId="{32826C10-BB5E-41DE-8E67-8CA704C8D864}" type="presParOf" srcId="{422C7249-03FB-4E64-8E09-B1F4D367F1E9}" destId="{C351F565-98C8-435E-AB16-B9FCE2B1C47B}" srcOrd="0" destOrd="0" presId="urn:microsoft.com/office/officeart/2018/2/layout/IconVerticalSolidList"/>
    <dgm:cxn modelId="{9E82DA55-057F-4CDF-911B-5E0BD85382B3}" type="presParOf" srcId="{422C7249-03FB-4E64-8E09-B1F4D367F1E9}" destId="{FC922209-C1AD-4628-8BE8-98733696DF21}" srcOrd="1" destOrd="0" presId="urn:microsoft.com/office/officeart/2018/2/layout/IconVerticalSolidList"/>
    <dgm:cxn modelId="{925F3226-2D55-4C19-AB62-F95298CDE1EB}" type="presParOf" srcId="{422C7249-03FB-4E64-8E09-B1F4D367F1E9}" destId="{021F0D6A-9AAC-44E1-B292-BDB290CB64E2}" srcOrd="2" destOrd="0" presId="urn:microsoft.com/office/officeart/2018/2/layout/IconVerticalSolidList"/>
    <dgm:cxn modelId="{B3CCC8B9-EE66-4B77-9C73-E5576E20CF6A}" type="presParOf" srcId="{422C7249-03FB-4E64-8E09-B1F4D367F1E9}" destId="{83562C27-9F3C-4420-944A-68C63CC62A02}" srcOrd="3" destOrd="0" presId="urn:microsoft.com/office/officeart/2018/2/layout/IconVerticalSolidList"/>
    <dgm:cxn modelId="{A3432805-B5E2-44C1-A0F3-6D6FE5506FA3}" type="presParOf" srcId="{04A66ABE-ECC5-46BF-8DF7-B27E6F347DCD}" destId="{D3FA6EE9-D3CD-4684-9750-CEBE8855B92F}" srcOrd="3" destOrd="0" presId="urn:microsoft.com/office/officeart/2018/2/layout/IconVerticalSolidList"/>
    <dgm:cxn modelId="{FF4261B2-FEB0-4960-BFE8-BDCA19D08ED4}" type="presParOf" srcId="{04A66ABE-ECC5-46BF-8DF7-B27E6F347DCD}" destId="{132163CD-B085-4243-B70E-B3CA27674B57}" srcOrd="4" destOrd="0" presId="urn:microsoft.com/office/officeart/2018/2/layout/IconVerticalSolidList"/>
    <dgm:cxn modelId="{048C5918-F119-42FF-877F-6546580075A3}" type="presParOf" srcId="{132163CD-B085-4243-B70E-B3CA27674B57}" destId="{EFB63445-495B-4271-8CAB-A263CCE38775}" srcOrd="0" destOrd="0" presId="urn:microsoft.com/office/officeart/2018/2/layout/IconVerticalSolidList"/>
    <dgm:cxn modelId="{F8CCFDE0-83F3-4CE5-8AEE-365A46E7239B}" type="presParOf" srcId="{132163CD-B085-4243-B70E-B3CA27674B57}" destId="{809B08D3-1383-4842-B9E1-527DA1A07A61}" srcOrd="1" destOrd="0" presId="urn:microsoft.com/office/officeart/2018/2/layout/IconVerticalSolidList"/>
    <dgm:cxn modelId="{8A40028A-1EC2-4D78-A974-9B1FB7B61E5A}" type="presParOf" srcId="{132163CD-B085-4243-B70E-B3CA27674B57}" destId="{151F478A-EF36-4304-A84F-CFFB1D25EB1A}" srcOrd="2" destOrd="0" presId="urn:microsoft.com/office/officeart/2018/2/layout/IconVerticalSolidList"/>
    <dgm:cxn modelId="{4F405688-F55A-4094-AE19-1EAE458E7CA2}" type="presParOf" srcId="{132163CD-B085-4243-B70E-B3CA27674B57}" destId="{7A1E097E-AC4F-4444-9BA8-5ABC7AE88FA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27CEC4D-B7F3-4AE5-BDB1-E03B26262194}" type="doc">
      <dgm:prSet loTypeId="urn:microsoft.com/office/officeart/2016/7/layout/RepeatingBendingProcessNew" loCatId="process" qsTypeId="urn:microsoft.com/office/officeart/2005/8/quickstyle/simple1" qsCatId="simple" csTypeId="urn:microsoft.com/office/officeart/2005/8/colors/accent1_2" csCatId="accent1" phldr="1"/>
      <dgm:spPr/>
      <dgm:t>
        <a:bodyPr/>
        <a:lstStyle/>
        <a:p>
          <a:endParaRPr lang="en-US"/>
        </a:p>
      </dgm:t>
    </dgm:pt>
    <dgm:pt modelId="{FE6A743C-1747-48B7-95DC-72ADFE7EB6C7}">
      <dgm:prSet/>
      <dgm:spPr/>
      <dgm:t>
        <a:bodyPr/>
        <a:lstStyle/>
        <a:p>
          <a:r>
            <a:rPr lang="en-ID" b="1"/>
            <a:t>1.Bias Mitigation Techniques: </a:t>
          </a:r>
          <a:endParaRPr lang="en-US"/>
        </a:p>
      </dgm:t>
    </dgm:pt>
    <dgm:pt modelId="{CFA734DB-3959-44C8-8AC5-60DB5052DE36}" type="parTrans" cxnId="{C637A415-DD9D-4CA3-8A2D-10AFDFF27813}">
      <dgm:prSet/>
      <dgm:spPr/>
      <dgm:t>
        <a:bodyPr/>
        <a:lstStyle/>
        <a:p>
          <a:endParaRPr lang="en-US"/>
        </a:p>
      </dgm:t>
    </dgm:pt>
    <dgm:pt modelId="{A3887DE3-84EF-4F1A-AF4E-8A1F10F3ABDE}" type="sibTrans" cxnId="{C637A415-DD9D-4CA3-8A2D-10AFDFF27813}">
      <dgm:prSet/>
      <dgm:spPr/>
      <dgm:t>
        <a:bodyPr/>
        <a:lstStyle/>
        <a:p>
          <a:endParaRPr lang="en-US"/>
        </a:p>
      </dgm:t>
    </dgm:pt>
    <dgm:pt modelId="{334BF86F-20E5-4E64-9BF6-4D37A279C8EA}">
      <dgm:prSet/>
      <dgm:spPr/>
      <dgm:t>
        <a:bodyPr/>
        <a:lstStyle/>
        <a:p>
          <a:r>
            <a:rPr lang="en-US" dirty="0"/>
            <a:t>develop bias mitigation techniques in more detail, for example, Synthetic Minority Over-sampling (SMOTE) or Under-sampling Technique.</a:t>
          </a:r>
        </a:p>
      </dgm:t>
    </dgm:pt>
    <dgm:pt modelId="{7FA5DC6A-16C3-482B-B468-AEAAFA60630A}" type="parTrans" cxnId="{1C3FD7F6-73DA-4873-848E-EEE43C14E33F}">
      <dgm:prSet/>
      <dgm:spPr/>
      <dgm:t>
        <a:bodyPr/>
        <a:lstStyle/>
        <a:p>
          <a:endParaRPr lang="en-US"/>
        </a:p>
      </dgm:t>
    </dgm:pt>
    <dgm:pt modelId="{44CF9750-EE9A-4077-9727-4C14A51A10A7}" type="sibTrans" cxnId="{1C3FD7F6-73DA-4873-848E-EEE43C14E33F}">
      <dgm:prSet/>
      <dgm:spPr/>
      <dgm:t>
        <a:bodyPr/>
        <a:lstStyle/>
        <a:p>
          <a:endParaRPr lang="en-US"/>
        </a:p>
      </dgm:t>
    </dgm:pt>
    <dgm:pt modelId="{932F6E19-0654-403B-8FEA-5114C33E7814}">
      <dgm:prSet/>
      <dgm:spPr/>
      <dgm:t>
        <a:bodyPr/>
        <a:lstStyle/>
        <a:p>
          <a:r>
            <a:rPr lang="en-US" b="1"/>
            <a:t>2.Exploring Other Models </a:t>
          </a:r>
          <a:endParaRPr lang="en-US"/>
        </a:p>
      </dgm:t>
    </dgm:pt>
    <dgm:pt modelId="{2F3E5ABA-28B0-486C-99FE-8ED30D8A3A50}" type="parTrans" cxnId="{DACD2AEB-66B8-48E2-9668-CAF25F480F3D}">
      <dgm:prSet/>
      <dgm:spPr/>
      <dgm:t>
        <a:bodyPr/>
        <a:lstStyle/>
        <a:p>
          <a:endParaRPr lang="en-US"/>
        </a:p>
      </dgm:t>
    </dgm:pt>
    <dgm:pt modelId="{689D8E82-9B93-4129-9196-C699C8CE2905}" type="sibTrans" cxnId="{DACD2AEB-66B8-48E2-9668-CAF25F480F3D}">
      <dgm:prSet/>
      <dgm:spPr/>
      <dgm:t>
        <a:bodyPr/>
        <a:lstStyle/>
        <a:p>
          <a:endParaRPr lang="en-US"/>
        </a:p>
      </dgm:t>
    </dgm:pt>
    <dgm:pt modelId="{B04E7E30-D5FC-491F-9493-A1A986E8E894}">
      <dgm:prSet/>
      <dgm:spPr/>
      <dgm:t>
        <a:bodyPr/>
        <a:lstStyle/>
        <a:p>
          <a:r>
            <a:rPr lang="en-US"/>
            <a:t>This study was performed using logistic regression; while future research should include similar analysis of more complex models.</a:t>
          </a:r>
        </a:p>
      </dgm:t>
    </dgm:pt>
    <dgm:pt modelId="{5422193E-491E-4B44-815E-5FAEFF6E868A}" type="parTrans" cxnId="{C2968475-59DA-4733-814D-BF3B4873F354}">
      <dgm:prSet/>
      <dgm:spPr/>
      <dgm:t>
        <a:bodyPr/>
        <a:lstStyle/>
        <a:p>
          <a:endParaRPr lang="en-US"/>
        </a:p>
      </dgm:t>
    </dgm:pt>
    <dgm:pt modelId="{C9B4A124-701D-47F6-8F91-3488EDC9B6CE}" type="sibTrans" cxnId="{C2968475-59DA-4733-814D-BF3B4873F354}">
      <dgm:prSet/>
      <dgm:spPr/>
      <dgm:t>
        <a:bodyPr/>
        <a:lstStyle/>
        <a:p>
          <a:endParaRPr lang="en-US"/>
        </a:p>
      </dgm:t>
    </dgm:pt>
    <dgm:pt modelId="{2885F56C-E2C1-4BA5-B7A4-456A74F8722D}">
      <dgm:prSet/>
      <dgm:spPr/>
      <dgm:t>
        <a:bodyPr/>
        <a:lstStyle/>
        <a:p>
          <a:r>
            <a:rPr lang="en-US" b="1" dirty="0"/>
            <a:t>3. Explore the Impact of other Dataset Characteristics: </a:t>
          </a:r>
          <a:endParaRPr lang="en-US" dirty="0"/>
        </a:p>
      </dgm:t>
    </dgm:pt>
    <dgm:pt modelId="{564065F1-5137-41EA-9A3D-42C2D2F8775B}" type="parTrans" cxnId="{CCFB6516-8CF8-4BE4-AE0A-66B5950A70AF}">
      <dgm:prSet/>
      <dgm:spPr/>
      <dgm:t>
        <a:bodyPr/>
        <a:lstStyle/>
        <a:p>
          <a:endParaRPr lang="en-US"/>
        </a:p>
      </dgm:t>
    </dgm:pt>
    <dgm:pt modelId="{755D5118-726A-4CAD-9D32-A26466BFC901}" type="sibTrans" cxnId="{CCFB6516-8CF8-4BE4-AE0A-66B5950A70AF}">
      <dgm:prSet/>
      <dgm:spPr/>
      <dgm:t>
        <a:bodyPr/>
        <a:lstStyle/>
        <a:p>
          <a:endParaRPr lang="en-US"/>
        </a:p>
      </dgm:t>
    </dgm:pt>
    <dgm:pt modelId="{1AA3C74D-7A0C-4623-B0C0-EA7D4C655AEC}">
      <dgm:prSet/>
      <dgm:spPr/>
      <dgm:t>
        <a:bodyPr/>
        <a:lstStyle/>
        <a:p>
          <a:r>
            <a:rPr lang="en-US" dirty="0"/>
            <a:t>investigate how the differences in the dataset’s characteristics such as feature noise, multivariate normality, correlation between features etc.</a:t>
          </a:r>
        </a:p>
      </dgm:t>
    </dgm:pt>
    <dgm:pt modelId="{A63A9E78-2F73-41B2-95A2-46886ADB76B3}" type="parTrans" cxnId="{435E9754-6207-418A-B8D4-2A43A2A01E6F}">
      <dgm:prSet/>
      <dgm:spPr/>
      <dgm:t>
        <a:bodyPr/>
        <a:lstStyle/>
        <a:p>
          <a:endParaRPr lang="en-US"/>
        </a:p>
      </dgm:t>
    </dgm:pt>
    <dgm:pt modelId="{C1F89544-BABF-49DE-B14C-1A285E08F737}" type="sibTrans" cxnId="{435E9754-6207-418A-B8D4-2A43A2A01E6F}">
      <dgm:prSet/>
      <dgm:spPr/>
      <dgm:t>
        <a:bodyPr/>
        <a:lstStyle/>
        <a:p>
          <a:endParaRPr lang="en-US"/>
        </a:p>
      </dgm:t>
    </dgm:pt>
    <dgm:pt modelId="{4590CF82-10A1-40F0-B272-4382520DAC6E}" type="pres">
      <dgm:prSet presAssocID="{E27CEC4D-B7F3-4AE5-BDB1-E03B26262194}" presName="Name0" presStyleCnt="0">
        <dgm:presLayoutVars>
          <dgm:dir/>
          <dgm:resizeHandles val="exact"/>
        </dgm:presLayoutVars>
      </dgm:prSet>
      <dgm:spPr/>
    </dgm:pt>
    <dgm:pt modelId="{98AAC367-6354-4D18-A03C-32141DA27919}" type="pres">
      <dgm:prSet presAssocID="{FE6A743C-1747-48B7-95DC-72ADFE7EB6C7}" presName="node" presStyleLbl="node1" presStyleIdx="0" presStyleCnt="6">
        <dgm:presLayoutVars>
          <dgm:bulletEnabled val="1"/>
        </dgm:presLayoutVars>
      </dgm:prSet>
      <dgm:spPr/>
    </dgm:pt>
    <dgm:pt modelId="{6E4C2E36-A141-44EF-95C1-5CD17BA6F962}" type="pres">
      <dgm:prSet presAssocID="{A3887DE3-84EF-4F1A-AF4E-8A1F10F3ABDE}" presName="sibTrans" presStyleLbl="sibTrans1D1" presStyleIdx="0" presStyleCnt="5"/>
      <dgm:spPr/>
    </dgm:pt>
    <dgm:pt modelId="{6C19C1EA-D23D-4134-8490-47174769233F}" type="pres">
      <dgm:prSet presAssocID="{A3887DE3-84EF-4F1A-AF4E-8A1F10F3ABDE}" presName="connectorText" presStyleLbl="sibTrans1D1" presStyleIdx="0" presStyleCnt="5"/>
      <dgm:spPr/>
    </dgm:pt>
    <dgm:pt modelId="{C2FDBFF4-4021-48AF-A082-DD67F01EAC7E}" type="pres">
      <dgm:prSet presAssocID="{334BF86F-20E5-4E64-9BF6-4D37A279C8EA}" presName="node" presStyleLbl="node1" presStyleIdx="1" presStyleCnt="6" custLinFactNeighborX="-202">
        <dgm:presLayoutVars>
          <dgm:bulletEnabled val="1"/>
        </dgm:presLayoutVars>
      </dgm:prSet>
      <dgm:spPr/>
    </dgm:pt>
    <dgm:pt modelId="{15A6C1A9-4ECD-490D-896D-1DFDD16C93A3}" type="pres">
      <dgm:prSet presAssocID="{44CF9750-EE9A-4077-9727-4C14A51A10A7}" presName="sibTrans" presStyleLbl="sibTrans1D1" presStyleIdx="1" presStyleCnt="5"/>
      <dgm:spPr/>
    </dgm:pt>
    <dgm:pt modelId="{BD3C8DFE-9075-4E44-B787-51FE8B87FE73}" type="pres">
      <dgm:prSet presAssocID="{44CF9750-EE9A-4077-9727-4C14A51A10A7}" presName="connectorText" presStyleLbl="sibTrans1D1" presStyleIdx="1" presStyleCnt="5"/>
      <dgm:spPr/>
    </dgm:pt>
    <dgm:pt modelId="{F0494663-C65B-4C7F-B8AF-FCEAB208C4D7}" type="pres">
      <dgm:prSet presAssocID="{932F6E19-0654-403B-8FEA-5114C33E7814}" presName="node" presStyleLbl="node1" presStyleIdx="2" presStyleCnt="6">
        <dgm:presLayoutVars>
          <dgm:bulletEnabled val="1"/>
        </dgm:presLayoutVars>
      </dgm:prSet>
      <dgm:spPr/>
    </dgm:pt>
    <dgm:pt modelId="{8526F0E9-D613-4494-B04A-1336151F815E}" type="pres">
      <dgm:prSet presAssocID="{689D8E82-9B93-4129-9196-C699C8CE2905}" presName="sibTrans" presStyleLbl="sibTrans1D1" presStyleIdx="2" presStyleCnt="5"/>
      <dgm:spPr/>
    </dgm:pt>
    <dgm:pt modelId="{9EA35B48-A1EE-4B34-B270-17E176245F89}" type="pres">
      <dgm:prSet presAssocID="{689D8E82-9B93-4129-9196-C699C8CE2905}" presName="connectorText" presStyleLbl="sibTrans1D1" presStyleIdx="2" presStyleCnt="5"/>
      <dgm:spPr/>
    </dgm:pt>
    <dgm:pt modelId="{C02653B1-6794-4274-804E-6CB445A25953}" type="pres">
      <dgm:prSet presAssocID="{B04E7E30-D5FC-491F-9493-A1A986E8E894}" presName="node" presStyleLbl="node1" presStyleIdx="3" presStyleCnt="6">
        <dgm:presLayoutVars>
          <dgm:bulletEnabled val="1"/>
        </dgm:presLayoutVars>
      </dgm:prSet>
      <dgm:spPr/>
    </dgm:pt>
    <dgm:pt modelId="{F3BF4242-620A-4AC2-B07B-F3E11DED6760}" type="pres">
      <dgm:prSet presAssocID="{C9B4A124-701D-47F6-8F91-3488EDC9B6CE}" presName="sibTrans" presStyleLbl="sibTrans1D1" presStyleIdx="3" presStyleCnt="5"/>
      <dgm:spPr/>
    </dgm:pt>
    <dgm:pt modelId="{1BA9E007-A35B-40BE-A0DC-DBF964CDABAF}" type="pres">
      <dgm:prSet presAssocID="{C9B4A124-701D-47F6-8F91-3488EDC9B6CE}" presName="connectorText" presStyleLbl="sibTrans1D1" presStyleIdx="3" presStyleCnt="5"/>
      <dgm:spPr/>
    </dgm:pt>
    <dgm:pt modelId="{B367B225-3BAA-42C6-A5EB-7FF3F1482243}" type="pres">
      <dgm:prSet presAssocID="{2885F56C-E2C1-4BA5-B7A4-456A74F8722D}" presName="node" presStyleLbl="node1" presStyleIdx="4" presStyleCnt="6">
        <dgm:presLayoutVars>
          <dgm:bulletEnabled val="1"/>
        </dgm:presLayoutVars>
      </dgm:prSet>
      <dgm:spPr/>
    </dgm:pt>
    <dgm:pt modelId="{9011FC90-12F1-41C0-B7AB-213205887287}" type="pres">
      <dgm:prSet presAssocID="{755D5118-726A-4CAD-9D32-A26466BFC901}" presName="sibTrans" presStyleLbl="sibTrans1D1" presStyleIdx="4" presStyleCnt="5"/>
      <dgm:spPr/>
    </dgm:pt>
    <dgm:pt modelId="{7D348BDA-2028-45EA-87B2-1126E126CAA8}" type="pres">
      <dgm:prSet presAssocID="{755D5118-726A-4CAD-9D32-A26466BFC901}" presName="connectorText" presStyleLbl="sibTrans1D1" presStyleIdx="4" presStyleCnt="5"/>
      <dgm:spPr/>
    </dgm:pt>
    <dgm:pt modelId="{41075E27-78EB-4962-AECF-CA36C0D5CCFD}" type="pres">
      <dgm:prSet presAssocID="{1AA3C74D-7A0C-4623-B0C0-EA7D4C655AEC}" presName="node" presStyleLbl="node1" presStyleIdx="5" presStyleCnt="6">
        <dgm:presLayoutVars>
          <dgm:bulletEnabled val="1"/>
        </dgm:presLayoutVars>
      </dgm:prSet>
      <dgm:spPr/>
    </dgm:pt>
  </dgm:ptLst>
  <dgm:cxnLst>
    <dgm:cxn modelId="{2DBB1801-D9C9-4DB1-9F6E-06DB0EFC3473}" type="presOf" srcId="{B04E7E30-D5FC-491F-9493-A1A986E8E894}" destId="{C02653B1-6794-4274-804E-6CB445A25953}" srcOrd="0" destOrd="0" presId="urn:microsoft.com/office/officeart/2016/7/layout/RepeatingBendingProcessNew"/>
    <dgm:cxn modelId="{C637A415-DD9D-4CA3-8A2D-10AFDFF27813}" srcId="{E27CEC4D-B7F3-4AE5-BDB1-E03B26262194}" destId="{FE6A743C-1747-48B7-95DC-72ADFE7EB6C7}" srcOrd="0" destOrd="0" parTransId="{CFA734DB-3959-44C8-8AC5-60DB5052DE36}" sibTransId="{A3887DE3-84EF-4F1A-AF4E-8A1F10F3ABDE}"/>
    <dgm:cxn modelId="{CCFB6516-8CF8-4BE4-AE0A-66B5950A70AF}" srcId="{E27CEC4D-B7F3-4AE5-BDB1-E03B26262194}" destId="{2885F56C-E2C1-4BA5-B7A4-456A74F8722D}" srcOrd="4" destOrd="0" parTransId="{564065F1-5137-41EA-9A3D-42C2D2F8775B}" sibTransId="{755D5118-726A-4CAD-9D32-A26466BFC901}"/>
    <dgm:cxn modelId="{6DA9454A-331D-45E5-95D4-4AC77F6B067A}" type="presOf" srcId="{A3887DE3-84EF-4F1A-AF4E-8A1F10F3ABDE}" destId="{6E4C2E36-A141-44EF-95C1-5CD17BA6F962}" srcOrd="0" destOrd="0" presId="urn:microsoft.com/office/officeart/2016/7/layout/RepeatingBendingProcessNew"/>
    <dgm:cxn modelId="{D3C5274F-B34A-4728-83E5-E989A009B207}" type="presOf" srcId="{755D5118-726A-4CAD-9D32-A26466BFC901}" destId="{9011FC90-12F1-41C0-B7AB-213205887287}" srcOrd="0" destOrd="0" presId="urn:microsoft.com/office/officeart/2016/7/layout/RepeatingBendingProcessNew"/>
    <dgm:cxn modelId="{07BF0A50-65F9-467F-B720-F679E20DC7EB}" type="presOf" srcId="{44CF9750-EE9A-4077-9727-4C14A51A10A7}" destId="{BD3C8DFE-9075-4E44-B787-51FE8B87FE73}" srcOrd="1" destOrd="0" presId="urn:microsoft.com/office/officeart/2016/7/layout/RepeatingBendingProcessNew"/>
    <dgm:cxn modelId="{C3D90D51-DC79-4EA9-BA15-5954A4FEB378}" type="presOf" srcId="{334BF86F-20E5-4E64-9BF6-4D37A279C8EA}" destId="{C2FDBFF4-4021-48AF-A082-DD67F01EAC7E}" srcOrd="0" destOrd="0" presId="urn:microsoft.com/office/officeart/2016/7/layout/RepeatingBendingProcessNew"/>
    <dgm:cxn modelId="{435E9754-6207-418A-B8D4-2A43A2A01E6F}" srcId="{E27CEC4D-B7F3-4AE5-BDB1-E03B26262194}" destId="{1AA3C74D-7A0C-4623-B0C0-EA7D4C655AEC}" srcOrd="5" destOrd="0" parTransId="{A63A9E78-2F73-41B2-95A2-46886ADB76B3}" sibTransId="{C1F89544-BABF-49DE-B14C-1A285E08F737}"/>
    <dgm:cxn modelId="{C2968475-59DA-4733-814D-BF3B4873F354}" srcId="{E27CEC4D-B7F3-4AE5-BDB1-E03B26262194}" destId="{B04E7E30-D5FC-491F-9493-A1A986E8E894}" srcOrd="3" destOrd="0" parTransId="{5422193E-491E-4B44-815E-5FAEFF6E868A}" sibTransId="{C9B4A124-701D-47F6-8F91-3488EDC9B6CE}"/>
    <dgm:cxn modelId="{B877937C-50F7-4D85-A4F9-DE5073D5A216}" type="presOf" srcId="{2885F56C-E2C1-4BA5-B7A4-456A74F8722D}" destId="{B367B225-3BAA-42C6-A5EB-7FF3F1482243}" srcOrd="0" destOrd="0" presId="urn:microsoft.com/office/officeart/2016/7/layout/RepeatingBendingProcessNew"/>
    <dgm:cxn modelId="{64CB497D-DDB6-474D-B591-78DEACCE3178}" type="presOf" srcId="{689D8E82-9B93-4129-9196-C699C8CE2905}" destId="{9EA35B48-A1EE-4B34-B270-17E176245F89}" srcOrd="1" destOrd="0" presId="urn:microsoft.com/office/officeart/2016/7/layout/RepeatingBendingProcessNew"/>
    <dgm:cxn modelId="{3FE8AD84-A1D6-4B41-B1EE-1E3D1C944FE3}" type="presOf" srcId="{1AA3C74D-7A0C-4623-B0C0-EA7D4C655AEC}" destId="{41075E27-78EB-4962-AECF-CA36C0D5CCFD}" srcOrd="0" destOrd="0" presId="urn:microsoft.com/office/officeart/2016/7/layout/RepeatingBendingProcessNew"/>
    <dgm:cxn modelId="{4247F39F-7A57-4F06-AEC3-E19B3FF8032F}" type="presOf" srcId="{755D5118-726A-4CAD-9D32-A26466BFC901}" destId="{7D348BDA-2028-45EA-87B2-1126E126CAA8}" srcOrd="1" destOrd="0" presId="urn:microsoft.com/office/officeart/2016/7/layout/RepeatingBendingProcessNew"/>
    <dgm:cxn modelId="{E7CFA3B2-280B-4D69-A962-3E09F88586EF}" type="presOf" srcId="{44CF9750-EE9A-4077-9727-4C14A51A10A7}" destId="{15A6C1A9-4ECD-490D-896D-1DFDD16C93A3}" srcOrd="0" destOrd="0" presId="urn:microsoft.com/office/officeart/2016/7/layout/RepeatingBendingProcessNew"/>
    <dgm:cxn modelId="{521028BC-15D2-4A8D-91CD-317A2E4DF0F6}" type="presOf" srcId="{C9B4A124-701D-47F6-8F91-3488EDC9B6CE}" destId="{F3BF4242-620A-4AC2-B07B-F3E11DED6760}" srcOrd="0" destOrd="0" presId="urn:microsoft.com/office/officeart/2016/7/layout/RepeatingBendingProcessNew"/>
    <dgm:cxn modelId="{AECBF3C8-CE34-40DA-B666-C1EE1A9EF64E}" type="presOf" srcId="{C9B4A124-701D-47F6-8F91-3488EDC9B6CE}" destId="{1BA9E007-A35B-40BE-A0DC-DBF964CDABAF}" srcOrd="1" destOrd="0" presId="urn:microsoft.com/office/officeart/2016/7/layout/RepeatingBendingProcessNew"/>
    <dgm:cxn modelId="{DBE81FDE-7884-43DE-88A2-00E228A27FBA}" type="presOf" srcId="{A3887DE3-84EF-4F1A-AF4E-8A1F10F3ABDE}" destId="{6C19C1EA-D23D-4134-8490-47174769233F}" srcOrd="1" destOrd="0" presId="urn:microsoft.com/office/officeart/2016/7/layout/RepeatingBendingProcessNew"/>
    <dgm:cxn modelId="{79142BDE-9490-4DBC-BD27-8680C424A003}" type="presOf" srcId="{689D8E82-9B93-4129-9196-C699C8CE2905}" destId="{8526F0E9-D613-4494-B04A-1336151F815E}" srcOrd="0" destOrd="0" presId="urn:microsoft.com/office/officeart/2016/7/layout/RepeatingBendingProcessNew"/>
    <dgm:cxn modelId="{1DB17CE0-F0D5-436F-BB44-05773A3B798D}" type="presOf" srcId="{E27CEC4D-B7F3-4AE5-BDB1-E03B26262194}" destId="{4590CF82-10A1-40F0-B272-4382520DAC6E}" srcOrd="0" destOrd="0" presId="urn:microsoft.com/office/officeart/2016/7/layout/RepeatingBendingProcessNew"/>
    <dgm:cxn modelId="{DACD2AEB-66B8-48E2-9668-CAF25F480F3D}" srcId="{E27CEC4D-B7F3-4AE5-BDB1-E03B26262194}" destId="{932F6E19-0654-403B-8FEA-5114C33E7814}" srcOrd="2" destOrd="0" parTransId="{2F3E5ABA-28B0-486C-99FE-8ED30D8A3A50}" sibTransId="{689D8E82-9B93-4129-9196-C699C8CE2905}"/>
    <dgm:cxn modelId="{C53B68F2-3132-449A-968A-B7518B2131E3}" type="presOf" srcId="{FE6A743C-1747-48B7-95DC-72ADFE7EB6C7}" destId="{98AAC367-6354-4D18-A03C-32141DA27919}" srcOrd="0" destOrd="0" presId="urn:microsoft.com/office/officeart/2016/7/layout/RepeatingBendingProcessNew"/>
    <dgm:cxn modelId="{1C3FD7F6-73DA-4873-848E-EEE43C14E33F}" srcId="{E27CEC4D-B7F3-4AE5-BDB1-E03B26262194}" destId="{334BF86F-20E5-4E64-9BF6-4D37A279C8EA}" srcOrd="1" destOrd="0" parTransId="{7FA5DC6A-16C3-482B-B468-AEAAFA60630A}" sibTransId="{44CF9750-EE9A-4077-9727-4C14A51A10A7}"/>
    <dgm:cxn modelId="{32410DF9-8DA2-4CD5-BFF1-DCADF6C864CE}" type="presOf" srcId="{932F6E19-0654-403B-8FEA-5114C33E7814}" destId="{F0494663-C65B-4C7F-B8AF-FCEAB208C4D7}" srcOrd="0" destOrd="0" presId="urn:microsoft.com/office/officeart/2016/7/layout/RepeatingBendingProcessNew"/>
    <dgm:cxn modelId="{A2B7CCD0-5971-4E18-9F28-4708F54E3D02}" type="presParOf" srcId="{4590CF82-10A1-40F0-B272-4382520DAC6E}" destId="{98AAC367-6354-4D18-A03C-32141DA27919}" srcOrd="0" destOrd="0" presId="urn:microsoft.com/office/officeart/2016/7/layout/RepeatingBendingProcessNew"/>
    <dgm:cxn modelId="{97EE764C-DFF2-4D98-9CB5-5E903D733AD8}" type="presParOf" srcId="{4590CF82-10A1-40F0-B272-4382520DAC6E}" destId="{6E4C2E36-A141-44EF-95C1-5CD17BA6F962}" srcOrd="1" destOrd="0" presId="urn:microsoft.com/office/officeart/2016/7/layout/RepeatingBendingProcessNew"/>
    <dgm:cxn modelId="{26C28F7E-885C-424E-9D93-341C49848C29}" type="presParOf" srcId="{6E4C2E36-A141-44EF-95C1-5CD17BA6F962}" destId="{6C19C1EA-D23D-4134-8490-47174769233F}" srcOrd="0" destOrd="0" presId="urn:microsoft.com/office/officeart/2016/7/layout/RepeatingBendingProcessNew"/>
    <dgm:cxn modelId="{3ACA4588-BF81-4B27-A469-689771D5706F}" type="presParOf" srcId="{4590CF82-10A1-40F0-B272-4382520DAC6E}" destId="{C2FDBFF4-4021-48AF-A082-DD67F01EAC7E}" srcOrd="2" destOrd="0" presId="urn:microsoft.com/office/officeart/2016/7/layout/RepeatingBendingProcessNew"/>
    <dgm:cxn modelId="{36D85791-31E9-4697-AF8C-1F5219D6358C}" type="presParOf" srcId="{4590CF82-10A1-40F0-B272-4382520DAC6E}" destId="{15A6C1A9-4ECD-490D-896D-1DFDD16C93A3}" srcOrd="3" destOrd="0" presId="urn:microsoft.com/office/officeart/2016/7/layout/RepeatingBendingProcessNew"/>
    <dgm:cxn modelId="{487059C6-4F61-48E0-A914-EEAC80F2428F}" type="presParOf" srcId="{15A6C1A9-4ECD-490D-896D-1DFDD16C93A3}" destId="{BD3C8DFE-9075-4E44-B787-51FE8B87FE73}" srcOrd="0" destOrd="0" presId="urn:microsoft.com/office/officeart/2016/7/layout/RepeatingBendingProcessNew"/>
    <dgm:cxn modelId="{AED53B46-89F7-499F-BB96-E3145F3048A7}" type="presParOf" srcId="{4590CF82-10A1-40F0-B272-4382520DAC6E}" destId="{F0494663-C65B-4C7F-B8AF-FCEAB208C4D7}" srcOrd="4" destOrd="0" presId="urn:microsoft.com/office/officeart/2016/7/layout/RepeatingBendingProcessNew"/>
    <dgm:cxn modelId="{FBBEFC37-6BDE-49E6-A545-087BF638BC77}" type="presParOf" srcId="{4590CF82-10A1-40F0-B272-4382520DAC6E}" destId="{8526F0E9-D613-4494-B04A-1336151F815E}" srcOrd="5" destOrd="0" presId="urn:microsoft.com/office/officeart/2016/7/layout/RepeatingBendingProcessNew"/>
    <dgm:cxn modelId="{8E4EEFE1-37BC-4FA1-AD10-58A5B1CF88B0}" type="presParOf" srcId="{8526F0E9-D613-4494-B04A-1336151F815E}" destId="{9EA35B48-A1EE-4B34-B270-17E176245F89}" srcOrd="0" destOrd="0" presId="urn:microsoft.com/office/officeart/2016/7/layout/RepeatingBendingProcessNew"/>
    <dgm:cxn modelId="{13734EDF-94D7-4D46-9078-EB9F1C4B8C17}" type="presParOf" srcId="{4590CF82-10A1-40F0-B272-4382520DAC6E}" destId="{C02653B1-6794-4274-804E-6CB445A25953}" srcOrd="6" destOrd="0" presId="urn:microsoft.com/office/officeart/2016/7/layout/RepeatingBendingProcessNew"/>
    <dgm:cxn modelId="{59D6FE39-0888-4118-9A15-007E32A3AE77}" type="presParOf" srcId="{4590CF82-10A1-40F0-B272-4382520DAC6E}" destId="{F3BF4242-620A-4AC2-B07B-F3E11DED6760}" srcOrd="7" destOrd="0" presId="urn:microsoft.com/office/officeart/2016/7/layout/RepeatingBendingProcessNew"/>
    <dgm:cxn modelId="{F226D240-2571-4539-8DA1-5D2EC75F115F}" type="presParOf" srcId="{F3BF4242-620A-4AC2-B07B-F3E11DED6760}" destId="{1BA9E007-A35B-40BE-A0DC-DBF964CDABAF}" srcOrd="0" destOrd="0" presId="urn:microsoft.com/office/officeart/2016/7/layout/RepeatingBendingProcessNew"/>
    <dgm:cxn modelId="{899A3C2D-8F8E-4EB7-B0AA-F7FD65AD15A6}" type="presParOf" srcId="{4590CF82-10A1-40F0-B272-4382520DAC6E}" destId="{B367B225-3BAA-42C6-A5EB-7FF3F1482243}" srcOrd="8" destOrd="0" presId="urn:microsoft.com/office/officeart/2016/7/layout/RepeatingBendingProcessNew"/>
    <dgm:cxn modelId="{BC38593D-E432-4C50-86A4-BAD25391098B}" type="presParOf" srcId="{4590CF82-10A1-40F0-B272-4382520DAC6E}" destId="{9011FC90-12F1-41C0-B7AB-213205887287}" srcOrd="9" destOrd="0" presId="urn:microsoft.com/office/officeart/2016/7/layout/RepeatingBendingProcessNew"/>
    <dgm:cxn modelId="{E89CE841-F397-413D-946C-D655328A3A5D}" type="presParOf" srcId="{9011FC90-12F1-41C0-B7AB-213205887287}" destId="{7D348BDA-2028-45EA-87B2-1126E126CAA8}" srcOrd="0" destOrd="0" presId="urn:microsoft.com/office/officeart/2016/7/layout/RepeatingBendingProcessNew"/>
    <dgm:cxn modelId="{2C2C2684-0899-431C-AC2B-55FB1132DFAC}" type="presParOf" srcId="{4590CF82-10A1-40F0-B272-4382520DAC6E}" destId="{41075E27-78EB-4962-AECF-CA36C0D5CCFD}"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61EF12-6624-4CFF-A3A0-8EAA9401551F}">
      <dsp:nvSpPr>
        <dsp:cNvPr id="0" name=""/>
        <dsp:cNvSpPr/>
      </dsp:nvSpPr>
      <dsp:spPr>
        <a:xfrm>
          <a:off x="4955225" y="2023468"/>
          <a:ext cx="1946105" cy="926169"/>
        </a:xfrm>
        <a:custGeom>
          <a:avLst/>
          <a:gdLst/>
          <a:ahLst/>
          <a:cxnLst/>
          <a:rect l="0" t="0" r="0" b="0"/>
          <a:pathLst>
            <a:path>
              <a:moveTo>
                <a:pt x="0" y="0"/>
              </a:moveTo>
              <a:lnTo>
                <a:pt x="0" y="631157"/>
              </a:lnTo>
              <a:lnTo>
                <a:pt x="1946105" y="631157"/>
              </a:lnTo>
              <a:lnTo>
                <a:pt x="1946105" y="926169"/>
              </a:lnTo>
            </a:path>
          </a:pathLst>
        </a:custGeom>
        <a:noFill/>
        <a:ln w="1079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D4AD35-FA69-42B3-BB9E-CC281F0BDF31}">
      <dsp:nvSpPr>
        <dsp:cNvPr id="0" name=""/>
        <dsp:cNvSpPr/>
      </dsp:nvSpPr>
      <dsp:spPr>
        <a:xfrm>
          <a:off x="3009120" y="2023468"/>
          <a:ext cx="1946105" cy="926169"/>
        </a:xfrm>
        <a:custGeom>
          <a:avLst/>
          <a:gdLst/>
          <a:ahLst/>
          <a:cxnLst/>
          <a:rect l="0" t="0" r="0" b="0"/>
          <a:pathLst>
            <a:path>
              <a:moveTo>
                <a:pt x="1946105" y="0"/>
              </a:moveTo>
              <a:lnTo>
                <a:pt x="1946105" y="631157"/>
              </a:lnTo>
              <a:lnTo>
                <a:pt x="0" y="631157"/>
              </a:lnTo>
              <a:lnTo>
                <a:pt x="0" y="926169"/>
              </a:lnTo>
            </a:path>
          </a:pathLst>
        </a:custGeom>
        <a:noFill/>
        <a:ln w="1079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AF2E9A-BEFC-41CF-AB8D-E17098672FAA}">
      <dsp:nvSpPr>
        <dsp:cNvPr id="0" name=""/>
        <dsp:cNvSpPr/>
      </dsp:nvSpPr>
      <dsp:spPr>
        <a:xfrm>
          <a:off x="3362957" y="1288"/>
          <a:ext cx="3184535" cy="202218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8B5D5C-68F5-4DC7-9389-5153B9DA44A9}">
      <dsp:nvSpPr>
        <dsp:cNvPr id="0" name=""/>
        <dsp:cNvSpPr/>
      </dsp:nvSpPr>
      <dsp:spPr>
        <a:xfrm>
          <a:off x="3716795" y="337433"/>
          <a:ext cx="3184535" cy="2022180"/>
        </a:xfrm>
        <a:prstGeom prst="roundRect">
          <a:avLst>
            <a:gd name="adj" fmla="val 10000"/>
          </a:avLst>
        </a:prstGeom>
        <a:solidFill>
          <a:schemeClr val="lt1">
            <a:alpha val="90000"/>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Addressing the </a:t>
          </a:r>
          <a:r>
            <a:rPr lang="en-US" sz="1600" b="1" kern="1200" dirty="0"/>
            <a:t>Characteristics of the Dataset</a:t>
          </a:r>
          <a:r>
            <a:rPr lang="en-US" sz="1600" kern="1200" dirty="0"/>
            <a:t>, including its homogeneity composition and Data Sparsity, is critical for a comprehensive approach to Responsible AI (XAI).</a:t>
          </a:r>
        </a:p>
      </dsp:txBody>
      <dsp:txXfrm>
        <a:off x="3776023" y="396661"/>
        <a:ext cx="3066079" cy="1903724"/>
      </dsp:txXfrm>
    </dsp:sp>
    <dsp:sp modelId="{9E82C72F-B189-431F-BC75-9F94A221098C}">
      <dsp:nvSpPr>
        <dsp:cNvPr id="0" name=""/>
        <dsp:cNvSpPr/>
      </dsp:nvSpPr>
      <dsp:spPr>
        <a:xfrm>
          <a:off x="1416852" y="2949637"/>
          <a:ext cx="3184535" cy="2022180"/>
        </a:xfrm>
        <a:prstGeom prst="roundRect">
          <a:avLst>
            <a:gd name="adj" fmla="val 10000"/>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E1F1CF-A865-4865-9C74-3B0E771B7948}">
      <dsp:nvSpPr>
        <dsp:cNvPr id="0" name=""/>
        <dsp:cNvSpPr/>
      </dsp:nvSpPr>
      <dsp:spPr>
        <a:xfrm>
          <a:off x="1770690" y="3285783"/>
          <a:ext cx="3184535" cy="2022180"/>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1. </a:t>
          </a:r>
          <a:r>
            <a:rPr lang="en-US" sz="1600" b="1" kern="1200"/>
            <a:t>Homogeneity Composition</a:t>
          </a:r>
          <a:r>
            <a:rPr lang="en-US" sz="1600" kern="1200"/>
            <a:t>: balanced vs imbalanced datasets.</a:t>
          </a:r>
        </a:p>
      </dsp:txBody>
      <dsp:txXfrm>
        <a:off x="1829918" y="3345011"/>
        <a:ext cx="3066079" cy="1903724"/>
      </dsp:txXfrm>
    </dsp:sp>
    <dsp:sp modelId="{030E4842-487E-4916-99FD-9C1EF88AFA46}">
      <dsp:nvSpPr>
        <dsp:cNvPr id="0" name=""/>
        <dsp:cNvSpPr/>
      </dsp:nvSpPr>
      <dsp:spPr>
        <a:xfrm>
          <a:off x="5309063" y="2949637"/>
          <a:ext cx="3184535" cy="2022180"/>
        </a:xfrm>
        <a:prstGeom prst="roundRect">
          <a:avLst>
            <a:gd name="adj" fmla="val 10000"/>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CE0C83-2276-49E1-B289-A82238892B2E}">
      <dsp:nvSpPr>
        <dsp:cNvPr id="0" name=""/>
        <dsp:cNvSpPr/>
      </dsp:nvSpPr>
      <dsp:spPr>
        <a:xfrm>
          <a:off x="5662900" y="3285783"/>
          <a:ext cx="3184535" cy="2022180"/>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2. </a:t>
          </a:r>
          <a:r>
            <a:rPr lang="en-US" sz="1600" b="1" kern="1200"/>
            <a:t>Data Sparsity</a:t>
          </a:r>
          <a:r>
            <a:rPr lang="en-US" sz="1600" kern="1200"/>
            <a:t>: small vs large datasets.</a:t>
          </a:r>
        </a:p>
      </dsp:txBody>
      <dsp:txXfrm>
        <a:off x="5722128" y="3345011"/>
        <a:ext cx="3066079" cy="19037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178A85-83AC-4403-B363-64473D11FF73}">
      <dsp:nvSpPr>
        <dsp:cNvPr id="0" name=""/>
        <dsp:cNvSpPr/>
      </dsp:nvSpPr>
      <dsp:spPr>
        <a:xfrm>
          <a:off x="0" y="705"/>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C5E2BED-F50D-4131-9220-C12A90DD1C79}">
      <dsp:nvSpPr>
        <dsp:cNvPr id="0" name=""/>
        <dsp:cNvSpPr/>
      </dsp:nvSpPr>
      <dsp:spPr>
        <a:xfrm>
          <a:off x="0" y="705"/>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Introduction</a:t>
          </a:r>
        </a:p>
      </dsp:txBody>
      <dsp:txXfrm>
        <a:off x="0" y="705"/>
        <a:ext cx="6668792" cy="825227"/>
      </dsp:txXfrm>
    </dsp:sp>
    <dsp:sp modelId="{E9E41364-760B-4B5D-9FDF-04B62680C321}">
      <dsp:nvSpPr>
        <dsp:cNvPr id="0" name=""/>
        <dsp:cNvSpPr/>
      </dsp:nvSpPr>
      <dsp:spPr>
        <a:xfrm>
          <a:off x="0" y="825932"/>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0B50051-73D6-4DCB-914C-428A9EC6C1BE}">
      <dsp:nvSpPr>
        <dsp:cNvPr id="0" name=""/>
        <dsp:cNvSpPr/>
      </dsp:nvSpPr>
      <dsp:spPr>
        <a:xfrm>
          <a:off x="0" y="825932"/>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Literature Review</a:t>
          </a:r>
        </a:p>
      </dsp:txBody>
      <dsp:txXfrm>
        <a:off x="0" y="825932"/>
        <a:ext cx="6668792" cy="825227"/>
      </dsp:txXfrm>
    </dsp:sp>
    <dsp:sp modelId="{10545F23-7DD5-4912-986A-A410B0313DD2}">
      <dsp:nvSpPr>
        <dsp:cNvPr id="0" name=""/>
        <dsp:cNvSpPr/>
      </dsp:nvSpPr>
      <dsp:spPr>
        <a:xfrm>
          <a:off x="0" y="1651159"/>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2C4E705F-91EC-4522-A7C8-78FDBBC18825}">
      <dsp:nvSpPr>
        <dsp:cNvPr id="0" name=""/>
        <dsp:cNvSpPr/>
      </dsp:nvSpPr>
      <dsp:spPr>
        <a:xfrm>
          <a:off x="0" y="1651159"/>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Methodology</a:t>
          </a:r>
        </a:p>
      </dsp:txBody>
      <dsp:txXfrm>
        <a:off x="0" y="1651159"/>
        <a:ext cx="6668792" cy="825227"/>
      </dsp:txXfrm>
    </dsp:sp>
    <dsp:sp modelId="{8AEC3A86-78C2-4AB7-B003-664C25DD9EEC}">
      <dsp:nvSpPr>
        <dsp:cNvPr id="0" name=""/>
        <dsp:cNvSpPr/>
      </dsp:nvSpPr>
      <dsp:spPr>
        <a:xfrm>
          <a:off x="0" y="2476386"/>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D9E6FFE-3645-41FA-8558-557F54ED2FC6}">
      <dsp:nvSpPr>
        <dsp:cNvPr id="0" name=""/>
        <dsp:cNvSpPr/>
      </dsp:nvSpPr>
      <dsp:spPr>
        <a:xfrm>
          <a:off x="0" y="2476386"/>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Result Findings</a:t>
          </a:r>
        </a:p>
      </dsp:txBody>
      <dsp:txXfrm>
        <a:off x="0" y="2476386"/>
        <a:ext cx="6668792" cy="825227"/>
      </dsp:txXfrm>
    </dsp:sp>
    <dsp:sp modelId="{FBF3F39E-C8CD-46E1-A3A1-02D57207384D}">
      <dsp:nvSpPr>
        <dsp:cNvPr id="0" name=""/>
        <dsp:cNvSpPr/>
      </dsp:nvSpPr>
      <dsp:spPr>
        <a:xfrm>
          <a:off x="0" y="3301613"/>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7287FCD5-2567-40E9-87E2-822CC0318BA0}">
      <dsp:nvSpPr>
        <dsp:cNvPr id="0" name=""/>
        <dsp:cNvSpPr/>
      </dsp:nvSpPr>
      <dsp:spPr>
        <a:xfrm>
          <a:off x="0" y="3301613"/>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Discussions</a:t>
          </a:r>
        </a:p>
      </dsp:txBody>
      <dsp:txXfrm>
        <a:off x="0" y="3301613"/>
        <a:ext cx="6668792" cy="825227"/>
      </dsp:txXfrm>
    </dsp:sp>
    <dsp:sp modelId="{6B0734C7-BEBE-48C4-AF48-79C897CB814B}">
      <dsp:nvSpPr>
        <dsp:cNvPr id="0" name=""/>
        <dsp:cNvSpPr/>
      </dsp:nvSpPr>
      <dsp:spPr>
        <a:xfrm>
          <a:off x="0" y="4126840"/>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649A0E5-6C33-459F-BFB9-F8C77D8BEDD9}">
      <dsp:nvSpPr>
        <dsp:cNvPr id="0" name=""/>
        <dsp:cNvSpPr/>
      </dsp:nvSpPr>
      <dsp:spPr>
        <a:xfrm>
          <a:off x="0" y="4126840"/>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Conclusions</a:t>
          </a:r>
        </a:p>
      </dsp:txBody>
      <dsp:txXfrm>
        <a:off x="0" y="4126840"/>
        <a:ext cx="6668792" cy="825227"/>
      </dsp:txXfrm>
    </dsp:sp>
    <dsp:sp modelId="{045FF766-8909-4B93-B3E7-CB908921DE9A}">
      <dsp:nvSpPr>
        <dsp:cNvPr id="0" name=""/>
        <dsp:cNvSpPr/>
      </dsp:nvSpPr>
      <dsp:spPr>
        <a:xfrm>
          <a:off x="0" y="4952067"/>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2F8906AB-98E9-4FFB-89F0-1C28E18C2C92}">
      <dsp:nvSpPr>
        <dsp:cNvPr id="0" name=""/>
        <dsp:cNvSpPr/>
      </dsp:nvSpPr>
      <dsp:spPr>
        <a:xfrm>
          <a:off x="0" y="4952067"/>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Bibliography</a:t>
          </a:r>
        </a:p>
      </dsp:txBody>
      <dsp:txXfrm>
        <a:off x="0" y="4952067"/>
        <a:ext cx="6668792" cy="8252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40E84C-0406-4C15-8F3B-0E05AC2901A7}">
      <dsp:nvSpPr>
        <dsp:cNvPr id="0" name=""/>
        <dsp:cNvSpPr/>
      </dsp:nvSpPr>
      <dsp:spPr>
        <a:xfrm>
          <a:off x="775837" y="386059"/>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478B10-5B64-4C69-8DA7-7F5FD35D7417}">
      <dsp:nvSpPr>
        <dsp:cNvPr id="0" name=""/>
        <dsp:cNvSpPr/>
      </dsp:nvSpPr>
      <dsp:spPr>
        <a:xfrm>
          <a:off x="1009837" y="62005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DC36B62-0D7F-478C-A92D-91A7F90CF7F6}">
      <dsp:nvSpPr>
        <dsp:cNvPr id="0" name=""/>
        <dsp:cNvSpPr/>
      </dsp:nvSpPr>
      <dsp:spPr>
        <a:xfrm>
          <a:off x="424837" y="1826059"/>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Accuracy</a:t>
          </a:r>
          <a:r>
            <a:rPr lang="en-US" sz="1100" kern="1200" dirty="0"/>
            <a:t> shows the overall correctness of the model.</a:t>
          </a:r>
        </a:p>
      </dsp:txBody>
      <dsp:txXfrm>
        <a:off x="424837" y="1826059"/>
        <a:ext cx="1800000" cy="1260000"/>
      </dsp:txXfrm>
    </dsp:sp>
    <dsp:sp modelId="{EEA500C7-4ADB-4DFF-856D-8776E2A0BA63}">
      <dsp:nvSpPr>
        <dsp:cNvPr id="0" name=""/>
        <dsp:cNvSpPr/>
      </dsp:nvSpPr>
      <dsp:spPr>
        <a:xfrm>
          <a:off x="2890837" y="386059"/>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0CA213-B179-4286-957B-12FB2B29B96A}">
      <dsp:nvSpPr>
        <dsp:cNvPr id="0" name=""/>
        <dsp:cNvSpPr/>
      </dsp:nvSpPr>
      <dsp:spPr>
        <a:xfrm>
          <a:off x="3124837" y="620059"/>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02B75F-774E-4BD2-9A70-7FE459C4FEAF}">
      <dsp:nvSpPr>
        <dsp:cNvPr id="0" name=""/>
        <dsp:cNvSpPr/>
      </dsp:nvSpPr>
      <dsp:spPr>
        <a:xfrm>
          <a:off x="2539837" y="1826059"/>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Precision</a:t>
          </a:r>
          <a:r>
            <a:rPr lang="en-US" sz="1100" kern="1200" dirty="0"/>
            <a:t> is a metric that measures how often a predicted label is correct.</a:t>
          </a:r>
        </a:p>
      </dsp:txBody>
      <dsp:txXfrm>
        <a:off x="2539837" y="1826059"/>
        <a:ext cx="1800000" cy="1260000"/>
      </dsp:txXfrm>
    </dsp:sp>
    <dsp:sp modelId="{A383093D-694B-423C-A9B1-CB6BB223CE26}">
      <dsp:nvSpPr>
        <dsp:cNvPr id="0" name=""/>
        <dsp:cNvSpPr/>
      </dsp:nvSpPr>
      <dsp:spPr>
        <a:xfrm>
          <a:off x="5005837" y="386059"/>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9ECB08-ADEE-43A0-91A5-9C9B7B22A40D}">
      <dsp:nvSpPr>
        <dsp:cNvPr id="0" name=""/>
        <dsp:cNvSpPr/>
      </dsp:nvSpPr>
      <dsp:spPr>
        <a:xfrm>
          <a:off x="5239837" y="620059"/>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AC18CA-C1B4-4746-9C1D-2D061BA9B938}">
      <dsp:nvSpPr>
        <dsp:cNvPr id="0" name=""/>
        <dsp:cNvSpPr/>
      </dsp:nvSpPr>
      <dsp:spPr>
        <a:xfrm>
          <a:off x="4654837" y="1826059"/>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Recall </a:t>
          </a:r>
          <a:r>
            <a:rPr lang="en-US" sz="1100" kern="1200" dirty="0"/>
            <a:t>is a metric that measures how often a true label is correctly predicted.</a:t>
          </a:r>
        </a:p>
      </dsp:txBody>
      <dsp:txXfrm>
        <a:off x="4654837" y="1826059"/>
        <a:ext cx="1800000" cy="1260000"/>
      </dsp:txXfrm>
    </dsp:sp>
    <dsp:sp modelId="{1B858E88-C691-441E-867F-3354B80D5029}">
      <dsp:nvSpPr>
        <dsp:cNvPr id="0" name=""/>
        <dsp:cNvSpPr/>
      </dsp:nvSpPr>
      <dsp:spPr>
        <a:xfrm>
          <a:off x="7120837" y="386059"/>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4EB264-DE2A-4E35-8F76-7D7DD13067FC}">
      <dsp:nvSpPr>
        <dsp:cNvPr id="0" name=""/>
        <dsp:cNvSpPr/>
      </dsp:nvSpPr>
      <dsp:spPr>
        <a:xfrm>
          <a:off x="7354837" y="620059"/>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CEF073-FF20-4C03-8F2C-F5C5F34AAA3B}">
      <dsp:nvSpPr>
        <dsp:cNvPr id="0" name=""/>
        <dsp:cNvSpPr/>
      </dsp:nvSpPr>
      <dsp:spPr>
        <a:xfrm>
          <a:off x="6769837" y="1826059"/>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F1-score</a:t>
          </a:r>
          <a:r>
            <a:rPr lang="en-US" sz="1100" kern="1200" dirty="0"/>
            <a:t> is the harmonic mean of precision and recall.</a:t>
          </a:r>
        </a:p>
      </dsp:txBody>
      <dsp:txXfrm>
        <a:off x="6769837" y="1826059"/>
        <a:ext cx="1800000" cy="1260000"/>
      </dsp:txXfrm>
    </dsp:sp>
    <dsp:sp modelId="{6A68A31A-53ED-4C2D-A842-171494C9FF8C}">
      <dsp:nvSpPr>
        <dsp:cNvPr id="0" name=""/>
        <dsp:cNvSpPr/>
      </dsp:nvSpPr>
      <dsp:spPr>
        <a:xfrm>
          <a:off x="9235837" y="386059"/>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79FF3E-C5F3-4733-82C8-14A218C7CF82}">
      <dsp:nvSpPr>
        <dsp:cNvPr id="0" name=""/>
        <dsp:cNvSpPr/>
      </dsp:nvSpPr>
      <dsp:spPr>
        <a:xfrm>
          <a:off x="9469837" y="620059"/>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A6016F-1DF8-43F6-A4B0-221830EFCA28}">
      <dsp:nvSpPr>
        <dsp:cNvPr id="0" name=""/>
        <dsp:cNvSpPr/>
      </dsp:nvSpPr>
      <dsp:spPr>
        <a:xfrm>
          <a:off x="8884837" y="1826059"/>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AUC-PR is </a:t>
          </a:r>
          <a:r>
            <a:rPr lang="en-US" sz="1100" b="0" kern="1200" dirty="0"/>
            <a:t>PRECISION-RECALL curve</a:t>
          </a:r>
          <a:r>
            <a:rPr lang="en-US" sz="1100" b="1" kern="1200" dirty="0"/>
            <a:t>, </a:t>
          </a:r>
          <a:r>
            <a:rPr lang="en-US" sz="1100" b="0" kern="1200" dirty="0"/>
            <a:t>SHOWS</a:t>
          </a:r>
          <a:r>
            <a:rPr lang="en-US" sz="1100" b="1" kern="1200" dirty="0"/>
            <a:t> </a:t>
          </a:r>
          <a:r>
            <a:rPr lang="en-ID" sz="1100" kern="1200" dirty="0"/>
            <a:t>overall performance of the model.</a:t>
          </a:r>
        </a:p>
        <a:p>
          <a:pPr marL="0" lvl="0" indent="0" algn="ctr" defTabSz="488950">
            <a:lnSpc>
              <a:spcPct val="100000"/>
            </a:lnSpc>
            <a:spcBef>
              <a:spcPct val="0"/>
            </a:spcBef>
            <a:spcAft>
              <a:spcPct val="35000"/>
            </a:spcAft>
            <a:buNone/>
            <a:defRPr cap="all"/>
          </a:pPr>
          <a:r>
            <a:rPr lang="en-ID" sz="1100" kern="1200" dirty="0"/>
            <a:t>A higher AUC value indicates better performance.</a:t>
          </a:r>
          <a:endParaRPr lang="en-US" sz="1100" kern="1200" dirty="0"/>
        </a:p>
      </dsp:txBody>
      <dsp:txXfrm>
        <a:off x="8884837" y="1826059"/>
        <a:ext cx="1800000" cy="126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3664BB-A7B6-4093-96AD-6C1A4A903C7B}">
      <dsp:nvSpPr>
        <dsp:cNvPr id="0" name=""/>
        <dsp:cNvSpPr/>
      </dsp:nvSpPr>
      <dsp:spPr>
        <a:xfrm>
          <a:off x="0" y="3306"/>
          <a:ext cx="11338702" cy="7042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58D62E-E711-40EB-AE88-EC328D340E48}">
      <dsp:nvSpPr>
        <dsp:cNvPr id="0" name=""/>
        <dsp:cNvSpPr/>
      </dsp:nvSpPr>
      <dsp:spPr>
        <a:xfrm>
          <a:off x="213040" y="161766"/>
          <a:ext cx="387347" cy="3873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EA0EE2-22CB-4A5A-A7EF-67AC188D71FC}">
      <dsp:nvSpPr>
        <dsp:cNvPr id="0" name=""/>
        <dsp:cNvSpPr/>
      </dsp:nvSpPr>
      <dsp:spPr>
        <a:xfrm>
          <a:off x="813428" y="3306"/>
          <a:ext cx="10525273" cy="704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535" tIns="74535" rIns="74535" bIns="74535" numCol="1" spcCol="1270" anchor="ctr" anchorCtr="0">
          <a:noAutofit/>
        </a:bodyPr>
        <a:lstStyle/>
        <a:p>
          <a:pPr marL="0" lvl="0" indent="0" algn="l" defTabSz="844550">
            <a:lnSpc>
              <a:spcPct val="100000"/>
            </a:lnSpc>
            <a:spcBef>
              <a:spcPct val="0"/>
            </a:spcBef>
            <a:spcAft>
              <a:spcPct val="35000"/>
            </a:spcAft>
            <a:buNone/>
          </a:pPr>
          <a:r>
            <a:rPr lang="en-US" sz="1900" kern="1200"/>
            <a:t>Synthetic/ Artificial Datasets</a:t>
          </a:r>
        </a:p>
      </dsp:txBody>
      <dsp:txXfrm>
        <a:off x="813428" y="3306"/>
        <a:ext cx="10525273" cy="704267"/>
      </dsp:txXfrm>
    </dsp:sp>
    <dsp:sp modelId="{6356869F-88D1-46BC-AC80-815742378100}">
      <dsp:nvSpPr>
        <dsp:cNvPr id="0" name=""/>
        <dsp:cNvSpPr/>
      </dsp:nvSpPr>
      <dsp:spPr>
        <a:xfrm>
          <a:off x="0" y="883640"/>
          <a:ext cx="11338702" cy="7042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79E1D9-5178-48A8-ABD5-47625871762B}">
      <dsp:nvSpPr>
        <dsp:cNvPr id="0" name=""/>
        <dsp:cNvSpPr/>
      </dsp:nvSpPr>
      <dsp:spPr>
        <a:xfrm>
          <a:off x="213040" y="1042101"/>
          <a:ext cx="387347" cy="3873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A23A39-BD31-4D2B-810B-77009FB7EC5E}">
      <dsp:nvSpPr>
        <dsp:cNvPr id="0" name=""/>
        <dsp:cNvSpPr/>
      </dsp:nvSpPr>
      <dsp:spPr>
        <a:xfrm>
          <a:off x="813428" y="883640"/>
          <a:ext cx="10525273" cy="704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535" tIns="74535" rIns="74535" bIns="74535" numCol="1" spcCol="1270" anchor="ctr" anchorCtr="0">
          <a:noAutofit/>
        </a:bodyPr>
        <a:lstStyle/>
        <a:p>
          <a:pPr marL="0" lvl="0" indent="0" algn="l" defTabSz="844550">
            <a:lnSpc>
              <a:spcPct val="100000"/>
            </a:lnSpc>
            <a:spcBef>
              <a:spcPct val="0"/>
            </a:spcBef>
            <a:spcAft>
              <a:spcPct val="35000"/>
            </a:spcAft>
            <a:buNone/>
          </a:pPr>
          <a:r>
            <a:rPr lang="en-US" sz="1900" b="1" kern="1200" dirty="0"/>
            <a:t>Small Balance </a:t>
          </a:r>
          <a:r>
            <a:rPr lang="en-US" sz="1900" kern="1200" dirty="0"/>
            <a:t>Datasets</a:t>
          </a:r>
          <a:r>
            <a:rPr lang="en-US" sz="1900" b="1" kern="1200" dirty="0"/>
            <a:t> </a:t>
          </a:r>
          <a:r>
            <a:rPr lang="en-US" sz="1900" kern="1200" dirty="0"/>
            <a:t>(n = 10000) vs </a:t>
          </a:r>
          <a:r>
            <a:rPr lang="en-US" sz="1900" b="1" kern="1200" dirty="0"/>
            <a:t>Large Balanced </a:t>
          </a:r>
          <a:r>
            <a:rPr lang="en-US" sz="1900" kern="1200" dirty="0"/>
            <a:t>Datasets (n = 1000000)</a:t>
          </a:r>
        </a:p>
      </dsp:txBody>
      <dsp:txXfrm>
        <a:off x="813428" y="883640"/>
        <a:ext cx="10525273" cy="704267"/>
      </dsp:txXfrm>
    </dsp:sp>
    <dsp:sp modelId="{173985AF-D1B4-4A73-9272-C2429E6FF0E5}">
      <dsp:nvSpPr>
        <dsp:cNvPr id="0" name=""/>
        <dsp:cNvSpPr/>
      </dsp:nvSpPr>
      <dsp:spPr>
        <a:xfrm>
          <a:off x="0" y="1763975"/>
          <a:ext cx="11338702" cy="7042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BA9C3D-88DB-44B0-AEE9-9F47EBE50F45}">
      <dsp:nvSpPr>
        <dsp:cNvPr id="0" name=""/>
        <dsp:cNvSpPr/>
      </dsp:nvSpPr>
      <dsp:spPr>
        <a:xfrm>
          <a:off x="213040" y="1922435"/>
          <a:ext cx="387347" cy="3873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8F20A7-4178-4901-95A5-C9152E34CB9F}">
      <dsp:nvSpPr>
        <dsp:cNvPr id="0" name=""/>
        <dsp:cNvSpPr/>
      </dsp:nvSpPr>
      <dsp:spPr>
        <a:xfrm>
          <a:off x="813428" y="1763975"/>
          <a:ext cx="10525273" cy="704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535" tIns="74535" rIns="74535" bIns="74535" numCol="1" spcCol="1270" anchor="ctr" anchorCtr="0">
          <a:noAutofit/>
        </a:bodyPr>
        <a:lstStyle/>
        <a:p>
          <a:pPr marL="0" lvl="0" indent="0" algn="l" defTabSz="844550">
            <a:lnSpc>
              <a:spcPct val="100000"/>
            </a:lnSpc>
            <a:spcBef>
              <a:spcPct val="0"/>
            </a:spcBef>
            <a:spcAft>
              <a:spcPct val="35000"/>
            </a:spcAft>
            <a:buNone/>
          </a:pPr>
          <a:r>
            <a:rPr lang="en-US" sz="1900" b="1" kern="1200" dirty="0"/>
            <a:t>Small Imbalance </a:t>
          </a:r>
          <a:r>
            <a:rPr lang="en-US" sz="1900" kern="1200" dirty="0"/>
            <a:t>Datasets (n = 10000) vs </a:t>
          </a:r>
          <a:r>
            <a:rPr lang="en-US" sz="1900" b="1" kern="1200" dirty="0"/>
            <a:t>Large Imbalanced</a:t>
          </a:r>
          <a:r>
            <a:rPr lang="en-US" sz="1900" kern="1200" dirty="0"/>
            <a:t> Datasets (n = 1000000) </a:t>
          </a:r>
        </a:p>
      </dsp:txBody>
      <dsp:txXfrm>
        <a:off x="813428" y="1763975"/>
        <a:ext cx="10525273" cy="704267"/>
      </dsp:txXfrm>
    </dsp:sp>
    <dsp:sp modelId="{A50CC19D-A895-4438-9C40-D511A5CCB577}">
      <dsp:nvSpPr>
        <dsp:cNvPr id="0" name=""/>
        <dsp:cNvSpPr/>
      </dsp:nvSpPr>
      <dsp:spPr>
        <a:xfrm>
          <a:off x="0" y="2644309"/>
          <a:ext cx="11338702" cy="7042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914763-6C18-4F80-BEBC-71EFF8DEAF01}">
      <dsp:nvSpPr>
        <dsp:cNvPr id="0" name=""/>
        <dsp:cNvSpPr/>
      </dsp:nvSpPr>
      <dsp:spPr>
        <a:xfrm>
          <a:off x="213040" y="2802769"/>
          <a:ext cx="387347" cy="38734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152D31-6B9F-440A-AF3E-51B9ED84FA29}">
      <dsp:nvSpPr>
        <dsp:cNvPr id="0" name=""/>
        <dsp:cNvSpPr/>
      </dsp:nvSpPr>
      <dsp:spPr>
        <a:xfrm>
          <a:off x="813428" y="2644309"/>
          <a:ext cx="10525273" cy="704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535" tIns="74535" rIns="74535" bIns="74535" numCol="1" spcCol="1270" anchor="ctr" anchorCtr="0">
          <a:noAutofit/>
        </a:bodyPr>
        <a:lstStyle/>
        <a:p>
          <a:pPr marL="0" lvl="0" indent="0" algn="l" defTabSz="844550">
            <a:lnSpc>
              <a:spcPct val="100000"/>
            </a:lnSpc>
            <a:spcBef>
              <a:spcPct val="0"/>
            </a:spcBef>
            <a:spcAft>
              <a:spcPct val="35000"/>
            </a:spcAft>
            <a:buNone/>
          </a:pPr>
          <a:r>
            <a:rPr lang="en-US" sz="1900" kern="1200"/>
            <a:t>Logistic Regression</a:t>
          </a:r>
        </a:p>
      </dsp:txBody>
      <dsp:txXfrm>
        <a:off x="813428" y="2644309"/>
        <a:ext cx="10525273" cy="704267"/>
      </dsp:txXfrm>
    </dsp:sp>
    <dsp:sp modelId="{5316A4F7-90AC-45B7-AD11-5CF29133E80A}">
      <dsp:nvSpPr>
        <dsp:cNvPr id="0" name=""/>
        <dsp:cNvSpPr/>
      </dsp:nvSpPr>
      <dsp:spPr>
        <a:xfrm>
          <a:off x="0" y="3524644"/>
          <a:ext cx="11338702" cy="7042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0B047A-B6F8-4CBB-A71A-37A9BDE02EB1}">
      <dsp:nvSpPr>
        <dsp:cNvPr id="0" name=""/>
        <dsp:cNvSpPr/>
      </dsp:nvSpPr>
      <dsp:spPr>
        <a:xfrm>
          <a:off x="213040" y="3683104"/>
          <a:ext cx="387347" cy="38734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85770F-7A6A-41FE-9B08-805C272AFB30}">
      <dsp:nvSpPr>
        <dsp:cNvPr id="0" name=""/>
        <dsp:cNvSpPr/>
      </dsp:nvSpPr>
      <dsp:spPr>
        <a:xfrm>
          <a:off x="813428" y="3524644"/>
          <a:ext cx="10525273" cy="7042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535" tIns="74535" rIns="74535" bIns="74535" numCol="1" spcCol="1270" anchor="ctr" anchorCtr="0">
          <a:noAutofit/>
        </a:bodyPr>
        <a:lstStyle/>
        <a:p>
          <a:pPr marL="0" lvl="0" indent="0" algn="l" defTabSz="844550">
            <a:lnSpc>
              <a:spcPct val="100000"/>
            </a:lnSpc>
            <a:spcBef>
              <a:spcPct val="0"/>
            </a:spcBef>
            <a:spcAft>
              <a:spcPct val="35000"/>
            </a:spcAft>
            <a:buNone/>
          </a:pPr>
          <a:r>
            <a:rPr lang="en-US" sz="1900" kern="1200" dirty="0"/>
            <a:t>LIME (local interpretable model-agnostic explanations) </a:t>
          </a:r>
        </a:p>
      </dsp:txBody>
      <dsp:txXfrm>
        <a:off x="813428" y="3524644"/>
        <a:ext cx="10525273" cy="70426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733805-FA17-4443-95ED-1D81125FBD4C}">
      <dsp:nvSpPr>
        <dsp:cNvPr id="0" name=""/>
        <dsp:cNvSpPr/>
      </dsp:nvSpPr>
      <dsp:spPr>
        <a:xfrm>
          <a:off x="0" y="516"/>
          <a:ext cx="5296778" cy="12089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511173-609A-4A9D-846D-85BE3AE7215A}">
      <dsp:nvSpPr>
        <dsp:cNvPr id="0" name=""/>
        <dsp:cNvSpPr/>
      </dsp:nvSpPr>
      <dsp:spPr>
        <a:xfrm>
          <a:off x="365695" y="272521"/>
          <a:ext cx="664900" cy="6649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2B648D-3CA8-4BCE-B8B9-893E5B09523E}">
      <dsp:nvSpPr>
        <dsp:cNvPr id="0" name=""/>
        <dsp:cNvSpPr/>
      </dsp:nvSpPr>
      <dsp:spPr>
        <a:xfrm>
          <a:off x="1396290" y="516"/>
          <a:ext cx="3900487" cy="1208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943" tIns="127943" rIns="127943" bIns="127943" numCol="1" spcCol="1270" anchor="ctr" anchorCtr="0">
          <a:noAutofit/>
        </a:bodyPr>
        <a:lstStyle/>
        <a:p>
          <a:pPr marL="0" lvl="0" indent="0" algn="l" defTabSz="666750">
            <a:lnSpc>
              <a:spcPct val="100000"/>
            </a:lnSpc>
            <a:spcBef>
              <a:spcPct val="0"/>
            </a:spcBef>
            <a:spcAft>
              <a:spcPct val="35000"/>
            </a:spcAft>
            <a:buNone/>
          </a:pPr>
          <a:r>
            <a:rPr lang="en-US" sz="1500" kern="1200" dirty="0"/>
            <a:t>Documenting dataset composition increased the AI model transparency and fairness. </a:t>
          </a:r>
        </a:p>
      </dsp:txBody>
      <dsp:txXfrm>
        <a:off x="1396290" y="516"/>
        <a:ext cx="3900487" cy="1208909"/>
      </dsp:txXfrm>
    </dsp:sp>
    <dsp:sp modelId="{414F4BC7-70EA-4594-B18E-D2F1B122F205}">
      <dsp:nvSpPr>
        <dsp:cNvPr id="0" name=""/>
        <dsp:cNvSpPr/>
      </dsp:nvSpPr>
      <dsp:spPr>
        <a:xfrm>
          <a:off x="0" y="1511654"/>
          <a:ext cx="5296778" cy="12089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9357C1-782D-4F27-80AF-AA99007917FA}">
      <dsp:nvSpPr>
        <dsp:cNvPr id="0" name=""/>
        <dsp:cNvSpPr/>
      </dsp:nvSpPr>
      <dsp:spPr>
        <a:xfrm>
          <a:off x="365695" y="1783658"/>
          <a:ext cx="664900" cy="6649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A10277-E774-43A8-9A3B-0CD1BBB65AB7}">
      <dsp:nvSpPr>
        <dsp:cNvPr id="0" name=""/>
        <dsp:cNvSpPr/>
      </dsp:nvSpPr>
      <dsp:spPr>
        <a:xfrm>
          <a:off x="1396290" y="1511654"/>
          <a:ext cx="3900487" cy="1208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943" tIns="127943" rIns="127943" bIns="127943" numCol="1" spcCol="1270" anchor="ctr" anchorCtr="0">
          <a:noAutofit/>
        </a:bodyPr>
        <a:lstStyle/>
        <a:p>
          <a:pPr marL="0" lvl="0" indent="0" algn="l" defTabSz="666750">
            <a:lnSpc>
              <a:spcPct val="100000"/>
            </a:lnSpc>
            <a:spcBef>
              <a:spcPct val="0"/>
            </a:spcBef>
            <a:spcAft>
              <a:spcPct val="35000"/>
            </a:spcAft>
            <a:buNone/>
          </a:pPr>
          <a:r>
            <a:rPr lang="en-US" sz="1500" kern="1200"/>
            <a:t>Large data set provides more accurate and reliable evaluation of models. </a:t>
          </a:r>
        </a:p>
      </dsp:txBody>
      <dsp:txXfrm>
        <a:off x="1396290" y="1511654"/>
        <a:ext cx="3900487" cy="1208909"/>
      </dsp:txXfrm>
    </dsp:sp>
    <dsp:sp modelId="{A84B4547-9645-4082-997B-1457076C84DE}">
      <dsp:nvSpPr>
        <dsp:cNvPr id="0" name=""/>
        <dsp:cNvSpPr/>
      </dsp:nvSpPr>
      <dsp:spPr>
        <a:xfrm>
          <a:off x="0" y="3022791"/>
          <a:ext cx="5296778" cy="12089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C745F2-32D7-4A20-9AA9-BE3EDC14DD81}">
      <dsp:nvSpPr>
        <dsp:cNvPr id="0" name=""/>
        <dsp:cNvSpPr/>
      </dsp:nvSpPr>
      <dsp:spPr>
        <a:xfrm>
          <a:off x="365695" y="3294796"/>
          <a:ext cx="664900" cy="6649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47B3B6-C140-48BD-9EA6-C6444D8F926C}">
      <dsp:nvSpPr>
        <dsp:cNvPr id="0" name=""/>
        <dsp:cNvSpPr/>
      </dsp:nvSpPr>
      <dsp:spPr>
        <a:xfrm>
          <a:off x="1396290" y="3022791"/>
          <a:ext cx="3900487" cy="1208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943" tIns="127943" rIns="127943" bIns="127943" numCol="1" spcCol="1270" anchor="ctr" anchorCtr="0">
          <a:noAutofit/>
        </a:bodyPr>
        <a:lstStyle/>
        <a:p>
          <a:pPr marL="0" lvl="0" indent="0" algn="l" defTabSz="666750">
            <a:lnSpc>
              <a:spcPct val="100000"/>
            </a:lnSpc>
            <a:spcBef>
              <a:spcPct val="0"/>
            </a:spcBef>
            <a:spcAft>
              <a:spcPct val="35000"/>
            </a:spcAft>
            <a:buNone/>
          </a:pPr>
          <a:r>
            <a:rPr lang="en-US" sz="1500" kern="1200"/>
            <a:t>In small and imbalanced datasets, model often shows a fake high performances metrics, gives misleading results. </a:t>
          </a:r>
        </a:p>
      </dsp:txBody>
      <dsp:txXfrm>
        <a:off x="1396290" y="3022791"/>
        <a:ext cx="3900487" cy="120890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4D3F1A-E4C1-48ED-A71A-DA719977B023}">
      <dsp:nvSpPr>
        <dsp:cNvPr id="0" name=""/>
        <dsp:cNvSpPr/>
      </dsp:nvSpPr>
      <dsp:spPr>
        <a:xfrm>
          <a:off x="0" y="1991"/>
          <a:ext cx="11198722" cy="12315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6D0E14-8C9D-4BC1-8E87-CB8F612B30FB}">
      <dsp:nvSpPr>
        <dsp:cNvPr id="0" name=""/>
        <dsp:cNvSpPr/>
      </dsp:nvSpPr>
      <dsp:spPr>
        <a:xfrm>
          <a:off x="372541" y="277623"/>
          <a:ext cx="677347" cy="6773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919154-356F-48B6-BDDF-14BC396FEB53}">
      <dsp:nvSpPr>
        <dsp:cNvPr id="0" name=""/>
        <dsp:cNvSpPr/>
      </dsp:nvSpPr>
      <dsp:spPr>
        <a:xfrm>
          <a:off x="1422429" y="526"/>
          <a:ext cx="9776292" cy="1231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338" tIns="130338" rIns="130338" bIns="130338" numCol="1" spcCol="1270" anchor="ctr" anchorCtr="0">
          <a:noAutofit/>
        </a:bodyPr>
        <a:lstStyle/>
        <a:p>
          <a:pPr marL="0" lvl="0" indent="0" algn="l" defTabSz="977900">
            <a:lnSpc>
              <a:spcPct val="90000"/>
            </a:lnSpc>
            <a:spcBef>
              <a:spcPct val="0"/>
            </a:spcBef>
            <a:spcAft>
              <a:spcPct val="35000"/>
            </a:spcAft>
            <a:buNone/>
          </a:pPr>
          <a:r>
            <a:rPr lang="en-ID" sz="2200" b="1" kern="1200" dirty="0"/>
            <a:t>Dataset Imbalance</a:t>
          </a:r>
          <a:r>
            <a:rPr lang="en-ID" sz="2200" kern="1200" dirty="0"/>
            <a:t>: An imbalanced data set results in bias in the model that discriminatively and unfairly predicts directly for the majority class. Minority groups are not represented, resulting in low accuracy.</a:t>
          </a:r>
          <a:endParaRPr lang="en-US" sz="2200" kern="1200" dirty="0"/>
        </a:p>
      </dsp:txBody>
      <dsp:txXfrm>
        <a:off x="1422429" y="526"/>
        <a:ext cx="9776292" cy="1231540"/>
      </dsp:txXfrm>
    </dsp:sp>
    <dsp:sp modelId="{C351F565-98C8-435E-AB16-B9FCE2B1C47B}">
      <dsp:nvSpPr>
        <dsp:cNvPr id="0" name=""/>
        <dsp:cNvSpPr/>
      </dsp:nvSpPr>
      <dsp:spPr>
        <a:xfrm>
          <a:off x="0" y="1539952"/>
          <a:ext cx="11198722" cy="12315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922209-C1AD-4628-8BE8-98733696DF21}">
      <dsp:nvSpPr>
        <dsp:cNvPr id="0" name=""/>
        <dsp:cNvSpPr/>
      </dsp:nvSpPr>
      <dsp:spPr>
        <a:xfrm>
          <a:off x="372541" y="1817049"/>
          <a:ext cx="677347" cy="6773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562C27-9F3C-4420-944A-68C63CC62A02}">
      <dsp:nvSpPr>
        <dsp:cNvPr id="0" name=""/>
        <dsp:cNvSpPr/>
      </dsp:nvSpPr>
      <dsp:spPr>
        <a:xfrm>
          <a:off x="1422429" y="1539952"/>
          <a:ext cx="9776292" cy="1231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338" tIns="130338" rIns="130338" bIns="130338" numCol="1" spcCol="1270" anchor="ctr" anchorCtr="0">
          <a:noAutofit/>
        </a:bodyPr>
        <a:lstStyle/>
        <a:p>
          <a:pPr marL="0" lvl="0" indent="0" algn="l" defTabSz="977900">
            <a:lnSpc>
              <a:spcPct val="90000"/>
            </a:lnSpc>
            <a:spcBef>
              <a:spcPct val="0"/>
            </a:spcBef>
            <a:spcAft>
              <a:spcPct val="35000"/>
            </a:spcAft>
            <a:buNone/>
          </a:pPr>
          <a:r>
            <a:rPr lang="en-ID" sz="2200" b="1" kern="1200"/>
            <a:t>Impact of Sample Size</a:t>
          </a:r>
          <a:r>
            <a:rPr lang="en-ID" sz="2200" kern="1200"/>
            <a:t>: Small sample size gave misleading impression of fairness, because it can fakely increase the model's performance on minority classes, when in fact it does not.</a:t>
          </a:r>
          <a:endParaRPr lang="en-US" sz="2200" kern="1200"/>
        </a:p>
      </dsp:txBody>
      <dsp:txXfrm>
        <a:off x="1422429" y="1539952"/>
        <a:ext cx="9776292" cy="1231540"/>
      </dsp:txXfrm>
    </dsp:sp>
    <dsp:sp modelId="{EFB63445-495B-4271-8CAB-A263CCE38775}">
      <dsp:nvSpPr>
        <dsp:cNvPr id="0" name=""/>
        <dsp:cNvSpPr/>
      </dsp:nvSpPr>
      <dsp:spPr>
        <a:xfrm>
          <a:off x="0" y="3079378"/>
          <a:ext cx="11198722" cy="12315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9B08D3-1383-4842-B9E1-527DA1A07A61}">
      <dsp:nvSpPr>
        <dsp:cNvPr id="0" name=""/>
        <dsp:cNvSpPr/>
      </dsp:nvSpPr>
      <dsp:spPr>
        <a:xfrm>
          <a:off x="372541" y="3356475"/>
          <a:ext cx="677347" cy="6773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1E097E-AC4F-4444-9BA8-5ABC7AE88FAE}">
      <dsp:nvSpPr>
        <dsp:cNvPr id="0" name=""/>
        <dsp:cNvSpPr/>
      </dsp:nvSpPr>
      <dsp:spPr>
        <a:xfrm>
          <a:off x="1422429" y="3079378"/>
          <a:ext cx="9776292" cy="1231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338" tIns="130338" rIns="130338" bIns="130338" numCol="1" spcCol="1270" anchor="ctr" anchorCtr="0">
          <a:noAutofit/>
        </a:bodyPr>
        <a:lstStyle/>
        <a:p>
          <a:pPr marL="0" lvl="0" indent="0" algn="l" defTabSz="977900">
            <a:lnSpc>
              <a:spcPct val="90000"/>
            </a:lnSpc>
            <a:spcBef>
              <a:spcPct val="0"/>
            </a:spcBef>
            <a:spcAft>
              <a:spcPct val="35000"/>
            </a:spcAft>
            <a:buNone/>
          </a:pPr>
          <a:r>
            <a:rPr lang="en-ID" sz="2200" b="1" kern="1200" dirty="0"/>
            <a:t>Bias Evaluation</a:t>
          </a:r>
          <a:r>
            <a:rPr lang="en-ID" sz="2200" kern="1200" dirty="0"/>
            <a:t>: The findings showed that the bias evaluation is failed when using imbalanced and small data sets</a:t>
          </a:r>
          <a:endParaRPr lang="en-US" sz="2200" kern="1200" dirty="0"/>
        </a:p>
      </dsp:txBody>
      <dsp:txXfrm>
        <a:off x="1422429" y="3079378"/>
        <a:ext cx="9776292" cy="12315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4D3F1A-E4C1-48ED-A71A-DA719977B023}">
      <dsp:nvSpPr>
        <dsp:cNvPr id="0" name=""/>
        <dsp:cNvSpPr/>
      </dsp:nvSpPr>
      <dsp:spPr>
        <a:xfrm>
          <a:off x="0" y="705"/>
          <a:ext cx="6668792"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6D0E14-8C9D-4BC1-8E87-CB8F612B30FB}">
      <dsp:nvSpPr>
        <dsp:cNvPr id="0" name=""/>
        <dsp:cNvSpPr/>
      </dsp:nvSpPr>
      <dsp:spPr>
        <a:xfrm>
          <a:off x="499262" y="372057"/>
          <a:ext cx="907749" cy="9077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919154-356F-48B6-BDDF-14BC396FEB53}">
      <dsp:nvSpPr>
        <dsp:cNvPr id="0" name=""/>
        <dsp:cNvSpPr/>
      </dsp:nvSpPr>
      <dsp:spPr>
        <a:xfrm>
          <a:off x="1906274" y="705"/>
          <a:ext cx="4762517"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1022350">
            <a:lnSpc>
              <a:spcPct val="90000"/>
            </a:lnSpc>
            <a:spcBef>
              <a:spcPct val="0"/>
            </a:spcBef>
            <a:spcAft>
              <a:spcPct val="35000"/>
            </a:spcAft>
            <a:buNone/>
          </a:pPr>
          <a:r>
            <a:rPr lang="en-US" sz="2300" kern="1200" dirty="0"/>
            <a:t>This study only evaluates a few types of data characteristics, which are only data homogeneity and data sparsity</a:t>
          </a:r>
        </a:p>
      </dsp:txBody>
      <dsp:txXfrm>
        <a:off x="1906274" y="705"/>
        <a:ext cx="4762517" cy="1650454"/>
      </dsp:txXfrm>
    </dsp:sp>
    <dsp:sp modelId="{C351F565-98C8-435E-AB16-B9FCE2B1C47B}">
      <dsp:nvSpPr>
        <dsp:cNvPr id="0" name=""/>
        <dsp:cNvSpPr/>
      </dsp:nvSpPr>
      <dsp:spPr>
        <a:xfrm>
          <a:off x="0" y="2063772"/>
          <a:ext cx="6668792"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922209-C1AD-4628-8BE8-98733696DF21}">
      <dsp:nvSpPr>
        <dsp:cNvPr id="0" name=""/>
        <dsp:cNvSpPr/>
      </dsp:nvSpPr>
      <dsp:spPr>
        <a:xfrm>
          <a:off x="499262" y="2435125"/>
          <a:ext cx="907749" cy="9077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562C27-9F3C-4420-944A-68C63CC62A02}">
      <dsp:nvSpPr>
        <dsp:cNvPr id="0" name=""/>
        <dsp:cNvSpPr/>
      </dsp:nvSpPr>
      <dsp:spPr>
        <a:xfrm>
          <a:off x="1906274" y="2063772"/>
          <a:ext cx="4762517"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1022350">
            <a:lnSpc>
              <a:spcPct val="90000"/>
            </a:lnSpc>
            <a:spcBef>
              <a:spcPct val="0"/>
            </a:spcBef>
            <a:spcAft>
              <a:spcPct val="35000"/>
            </a:spcAft>
            <a:buNone/>
          </a:pPr>
          <a:r>
            <a:rPr lang="en-US" sz="2300" kern="1200" dirty="0"/>
            <a:t>This study only use logistic regression model</a:t>
          </a:r>
        </a:p>
      </dsp:txBody>
      <dsp:txXfrm>
        <a:off x="1906274" y="2063772"/>
        <a:ext cx="4762517" cy="1650454"/>
      </dsp:txXfrm>
    </dsp:sp>
    <dsp:sp modelId="{EFB63445-495B-4271-8CAB-A263CCE38775}">
      <dsp:nvSpPr>
        <dsp:cNvPr id="0" name=""/>
        <dsp:cNvSpPr/>
      </dsp:nvSpPr>
      <dsp:spPr>
        <a:xfrm>
          <a:off x="0" y="4126840"/>
          <a:ext cx="6668792"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9B08D3-1383-4842-B9E1-527DA1A07A61}">
      <dsp:nvSpPr>
        <dsp:cNvPr id="0" name=""/>
        <dsp:cNvSpPr/>
      </dsp:nvSpPr>
      <dsp:spPr>
        <a:xfrm>
          <a:off x="499262" y="4498192"/>
          <a:ext cx="907749" cy="9077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1E097E-AC4F-4444-9BA8-5ABC7AE88FAE}">
      <dsp:nvSpPr>
        <dsp:cNvPr id="0" name=""/>
        <dsp:cNvSpPr/>
      </dsp:nvSpPr>
      <dsp:spPr>
        <a:xfrm>
          <a:off x="1906274" y="4126840"/>
          <a:ext cx="4762517"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1022350">
            <a:lnSpc>
              <a:spcPct val="90000"/>
            </a:lnSpc>
            <a:spcBef>
              <a:spcPct val="0"/>
            </a:spcBef>
            <a:spcAft>
              <a:spcPct val="35000"/>
            </a:spcAft>
            <a:buNone/>
          </a:pPr>
          <a:r>
            <a:rPr lang="en-US" sz="2300" kern="1200" dirty="0"/>
            <a:t>The study was also limited to only the use of synthetic (artificial) datasets. </a:t>
          </a:r>
        </a:p>
      </dsp:txBody>
      <dsp:txXfrm>
        <a:off x="1906274" y="4126840"/>
        <a:ext cx="4762517" cy="16504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4C2E36-A141-44EF-95C1-5CD17BA6F962}">
      <dsp:nvSpPr>
        <dsp:cNvPr id="0" name=""/>
        <dsp:cNvSpPr/>
      </dsp:nvSpPr>
      <dsp:spPr>
        <a:xfrm>
          <a:off x="2965570" y="882385"/>
          <a:ext cx="644108" cy="91440"/>
        </a:xfrm>
        <a:custGeom>
          <a:avLst/>
          <a:gdLst/>
          <a:ahLst/>
          <a:cxnLst/>
          <a:rect l="0" t="0" r="0" b="0"/>
          <a:pathLst>
            <a:path>
              <a:moveTo>
                <a:pt x="0" y="45720"/>
              </a:moveTo>
              <a:lnTo>
                <a:pt x="644108"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0756" y="924701"/>
        <a:ext cx="33735" cy="6806"/>
      </dsp:txXfrm>
    </dsp:sp>
    <dsp:sp modelId="{98AAC367-6354-4D18-A03C-32141DA27919}">
      <dsp:nvSpPr>
        <dsp:cNvPr id="0" name=""/>
        <dsp:cNvSpPr/>
      </dsp:nvSpPr>
      <dsp:spPr>
        <a:xfrm>
          <a:off x="7861" y="40252"/>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ID" sz="1700" b="1" kern="1200"/>
            <a:t>1.Bias Mitigation Techniques: </a:t>
          </a:r>
          <a:endParaRPr lang="en-US" sz="1700" kern="1200"/>
        </a:p>
      </dsp:txBody>
      <dsp:txXfrm>
        <a:off x="7861" y="40252"/>
        <a:ext cx="2959508" cy="1775704"/>
      </dsp:txXfrm>
    </dsp:sp>
    <dsp:sp modelId="{15A6C1A9-4ECD-490D-896D-1DFDD16C93A3}">
      <dsp:nvSpPr>
        <dsp:cNvPr id="0" name=""/>
        <dsp:cNvSpPr/>
      </dsp:nvSpPr>
      <dsp:spPr>
        <a:xfrm>
          <a:off x="6599786" y="882385"/>
          <a:ext cx="656065" cy="91440"/>
        </a:xfrm>
        <a:custGeom>
          <a:avLst/>
          <a:gdLst/>
          <a:ahLst/>
          <a:cxnLst/>
          <a:rect l="0" t="0" r="0" b="0"/>
          <a:pathLst>
            <a:path>
              <a:moveTo>
                <a:pt x="0" y="45720"/>
              </a:moveTo>
              <a:lnTo>
                <a:pt x="656065"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10652" y="924701"/>
        <a:ext cx="34333" cy="6806"/>
      </dsp:txXfrm>
    </dsp:sp>
    <dsp:sp modelId="{C2FDBFF4-4021-48AF-A082-DD67F01EAC7E}">
      <dsp:nvSpPr>
        <dsp:cNvPr id="0" name=""/>
        <dsp:cNvSpPr/>
      </dsp:nvSpPr>
      <dsp:spPr>
        <a:xfrm>
          <a:off x="3642078" y="40252"/>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US" sz="1700" kern="1200" dirty="0"/>
            <a:t>develop bias mitigation techniques in more detail, for example, Synthetic Minority Over-sampling (SMOTE) or Under-sampling Technique.</a:t>
          </a:r>
        </a:p>
      </dsp:txBody>
      <dsp:txXfrm>
        <a:off x="3642078" y="40252"/>
        <a:ext cx="2959508" cy="1775704"/>
      </dsp:txXfrm>
    </dsp:sp>
    <dsp:sp modelId="{8526F0E9-D613-4494-B04A-1336151F815E}">
      <dsp:nvSpPr>
        <dsp:cNvPr id="0" name=""/>
        <dsp:cNvSpPr/>
      </dsp:nvSpPr>
      <dsp:spPr>
        <a:xfrm>
          <a:off x="1487616" y="1814157"/>
          <a:ext cx="7280389" cy="650086"/>
        </a:xfrm>
        <a:custGeom>
          <a:avLst/>
          <a:gdLst/>
          <a:ahLst/>
          <a:cxnLst/>
          <a:rect l="0" t="0" r="0" b="0"/>
          <a:pathLst>
            <a:path>
              <a:moveTo>
                <a:pt x="7280389" y="0"/>
              </a:moveTo>
              <a:lnTo>
                <a:pt x="7280389" y="342143"/>
              </a:lnTo>
              <a:lnTo>
                <a:pt x="0" y="342143"/>
              </a:lnTo>
              <a:lnTo>
                <a:pt x="0" y="650086"/>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45007" y="2135797"/>
        <a:ext cx="365607" cy="6806"/>
      </dsp:txXfrm>
    </dsp:sp>
    <dsp:sp modelId="{F0494663-C65B-4C7F-B8AF-FCEAB208C4D7}">
      <dsp:nvSpPr>
        <dsp:cNvPr id="0" name=""/>
        <dsp:cNvSpPr/>
      </dsp:nvSpPr>
      <dsp:spPr>
        <a:xfrm>
          <a:off x="7288251" y="40252"/>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US" sz="1700" b="1" kern="1200"/>
            <a:t>2.Exploring Other Models </a:t>
          </a:r>
          <a:endParaRPr lang="en-US" sz="1700" kern="1200"/>
        </a:p>
      </dsp:txBody>
      <dsp:txXfrm>
        <a:off x="7288251" y="40252"/>
        <a:ext cx="2959508" cy="1775704"/>
      </dsp:txXfrm>
    </dsp:sp>
    <dsp:sp modelId="{F3BF4242-620A-4AC2-B07B-F3E11DED6760}">
      <dsp:nvSpPr>
        <dsp:cNvPr id="0" name=""/>
        <dsp:cNvSpPr/>
      </dsp:nvSpPr>
      <dsp:spPr>
        <a:xfrm>
          <a:off x="2965570" y="3338776"/>
          <a:ext cx="650086" cy="91440"/>
        </a:xfrm>
        <a:custGeom>
          <a:avLst/>
          <a:gdLst/>
          <a:ahLst/>
          <a:cxnLst/>
          <a:rect l="0" t="0" r="0" b="0"/>
          <a:pathLst>
            <a:path>
              <a:moveTo>
                <a:pt x="0" y="45720"/>
              </a:moveTo>
              <a:lnTo>
                <a:pt x="65008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3596" y="3381093"/>
        <a:ext cx="34034" cy="6806"/>
      </dsp:txXfrm>
    </dsp:sp>
    <dsp:sp modelId="{C02653B1-6794-4274-804E-6CB445A25953}">
      <dsp:nvSpPr>
        <dsp:cNvPr id="0" name=""/>
        <dsp:cNvSpPr/>
      </dsp:nvSpPr>
      <dsp:spPr>
        <a:xfrm>
          <a:off x="7861" y="2496644"/>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US" sz="1700" kern="1200"/>
            <a:t>This study was performed using logistic regression; while future research should include similar analysis of more complex models.</a:t>
          </a:r>
        </a:p>
      </dsp:txBody>
      <dsp:txXfrm>
        <a:off x="7861" y="2496644"/>
        <a:ext cx="2959508" cy="1775704"/>
      </dsp:txXfrm>
    </dsp:sp>
    <dsp:sp modelId="{9011FC90-12F1-41C0-B7AB-213205887287}">
      <dsp:nvSpPr>
        <dsp:cNvPr id="0" name=""/>
        <dsp:cNvSpPr/>
      </dsp:nvSpPr>
      <dsp:spPr>
        <a:xfrm>
          <a:off x="6605765" y="3338776"/>
          <a:ext cx="650086" cy="91440"/>
        </a:xfrm>
        <a:custGeom>
          <a:avLst/>
          <a:gdLst/>
          <a:ahLst/>
          <a:cxnLst/>
          <a:rect l="0" t="0" r="0" b="0"/>
          <a:pathLst>
            <a:path>
              <a:moveTo>
                <a:pt x="0" y="45720"/>
              </a:moveTo>
              <a:lnTo>
                <a:pt x="65008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13791" y="3381093"/>
        <a:ext cx="34034" cy="6806"/>
      </dsp:txXfrm>
    </dsp:sp>
    <dsp:sp modelId="{B367B225-3BAA-42C6-A5EB-7FF3F1482243}">
      <dsp:nvSpPr>
        <dsp:cNvPr id="0" name=""/>
        <dsp:cNvSpPr/>
      </dsp:nvSpPr>
      <dsp:spPr>
        <a:xfrm>
          <a:off x="3648056" y="2496644"/>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US" sz="1700" b="1" kern="1200" dirty="0"/>
            <a:t>3. Explore the Impact of other Dataset Characteristics: </a:t>
          </a:r>
          <a:endParaRPr lang="en-US" sz="1700" kern="1200" dirty="0"/>
        </a:p>
      </dsp:txBody>
      <dsp:txXfrm>
        <a:off x="3648056" y="2496644"/>
        <a:ext cx="2959508" cy="1775704"/>
      </dsp:txXfrm>
    </dsp:sp>
    <dsp:sp modelId="{41075E27-78EB-4962-AECF-CA36C0D5CCFD}">
      <dsp:nvSpPr>
        <dsp:cNvPr id="0" name=""/>
        <dsp:cNvSpPr/>
      </dsp:nvSpPr>
      <dsp:spPr>
        <a:xfrm>
          <a:off x="7288251" y="2496644"/>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US" sz="1700" kern="1200" dirty="0"/>
            <a:t>investigate how the differences in the dataset’s characteristics such as feature noise, multivariate normality, correlation between features etc.</a:t>
          </a:r>
        </a:p>
      </dsp:txBody>
      <dsp:txXfrm>
        <a:off x="7288251" y="2496644"/>
        <a:ext cx="2959508" cy="177570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E52182-8ED2-2CD9-1769-D9951A9939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4873A34-C368-6B6E-8816-ABC664A857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2FBC06-9676-42B7-A8B4-279236EF9829}" type="datetimeFigureOut">
              <a:rPr lang="en-US" smtClean="0"/>
              <a:t>11/3/2024</a:t>
            </a:fld>
            <a:endParaRPr lang="en-US" dirty="0"/>
          </a:p>
        </p:txBody>
      </p:sp>
      <p:sp>
        <p:nvSpPr>
          <p:cNvPr id="4" name="Footer Placeholder 3">
            <a:extLst>
              <a:ext uri="{FF2B5EF4-FFF2-40B4-BE49-F238E27FC236}">
                <a16:creationId xmlns:a16="http://schemas.microsoft.com/office/drawing/2014/main" id="{AE355158-3742-8894-B074-C872916FE8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A6B5579-9D25-81D6-8171-2F8C3F5377E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B3735C-CF2D-4272-874B-84D65FE3CAEA}" type="slidenum">
              <a:rPr lang="en-US" smtClean="0"/>
              <a:t>‹#›</a:t>
            </a:fld>
            <a:endParaRPr lang="en-US" dirty="0"/>
          </a:p>
        </p:txBody>
      </p:sp>
    </p:spTree>
    <p:extLst>
      <p:ext uri="{BB962C8B-B14F-4D97-AF65-F5344CB8AC3E}">
        <p14:creationId xmlns:p14="http://schemas.microsoft.com/office/powerpoint/2010/main" val="3576658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63451-F71A-45EA-8B10-04A09C28CC19}" type="datetimeFigureOut">
              <a:rPr lang="en-US" smtClean="0"/>
              <a:t>11/3/2024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8B270D-091D-4ED2-8C85-0898DD7D9F21}" type="slidenum">
              <a:rPr lang="en-US" smtClean="0"/>
              <a:t>‹#›</a:t>
            </a:fld>
            <a:endParaRPr lang="en-US" dirty="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47FCD-AA02-CBD8-5AFC-F612E5BE94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711D8-D2A7-FA72-9B23-0B26782FE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DD7EEA-7AF5-0119-6D12-7D2CABD345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FB78F0-7D43-E2DD-F05F-137EC80755C1}"/>
              </a:ext>
            </a:extLst>
          </p:cNvPr>
          <p:cNvSpPr>
            <a:spLocks noGrp="1"/>
          </p:cNvSpPr>
          <p:nvPr>
            <p:ph type="sldNum" sz="quarter" idx="5"/>
          </p:nvPr>
        </p:nvSpPr>
        <p:spPr/>
        <p:txBody>
          <a:bodyPr/>
          <a:lstStyle/>
          <a:p>
            <a:fld id="{5B8B270D-091D-4ED2-8C85-0898DD7D9F21}" type="slidenum">
              <a:rPr lang="en-US" smtClean="0"/>
              <a:t>1</a:t>
            </a:fld>
            <a:endParaRPr lang="en-US" dirty="0"/>
          </a:p>
        </p:txBody>
      </p:sp>
    </p:spTree>
    <p:extLst>
      <p:ext uri="{BB962C8B-B14F-4D97-AF65-F5344CB8AC3E}">
        <p14:creationId xmlns:p14="http://schemas.microsoft.com/office/powerpoint/2010/main" val="2285648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0CF88-AFB0-F274-10F0-D322ACDE6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C6720-F689-AD19-C381-5E5ADEDB6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CFB3D-4887-98CE-2DEA-21E548EB7A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4F3FFE-67BC-D824-0898-3A4755AD9D8C}"/>
              </a:ext>
            </a:extLst>
          </p:cNvPr>
          <p:cNvSpPr>
            <a:spLocks noGrp="1"/>
          </p:cNvSpPr>
          <p:nvPr>
            <p:ph type="sldNum" sz="quarter" idx="5"/>
          </p:nvPr>
        </p:nvSpPr>
        <p:spPr/>
        <p:txBody>
          <a:bodyPr/>
          <a:lstStyle/>
          <a:p>
            <a:fld id="{5B8B270D-091D-4ED2-8C85-0898DD7D9F21}" type="slidenum">
              <a:rPr lang="en-US" smtClean="0"/>
              <a:t>2</a:t>
            </a:fld>
            <a:endParaRPr lang="en-US" dirty="0"/>
          </a:p>
        </p:txBody>
      </p:sp>
    </p:spTree>
    <p:extLst>
      <p:ext uri="{BB962C8B-B14F-4D97-AF65-F5344CB8AC3E}">
        <p14:creationId xmlns:p14="http://schemas.microsoft.com/office/powerpoint/2010/main" val="3029563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3</a:t>
            </a:fld>
            <a:endParaRPr lang="en-US" dirty="0"/>
          </a:p>
        </p:txBody>
      </p:sp>
    </p:spTree>
    <p:extLst>
      <p:ext uri="{BB962C8B-B14F-4D97-AF65-F5344CB8AC3E}">
        <p14:creationId xmlns:p14="http://schemas.microsoft.com/office/powerpoint/2010/main" val="3364165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45067-F99C-D0FC-E692-60365D60E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95A64-BD7D-DFCF-D6C7-4898AD8D4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6020E-E338-923B-471C-AEFA44FE7E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DBBF46-E98C-BCA4-08B1-B1FB7153259B}"/>
              </a:ext>
            </a:extLst>
          </p:cNvPr>
          <p:cNvSpPr>
            <a:spLocks noGrp="1"/>
          </p:cNvSpPr>
          <p:nvPr>
            <p:ph type="sldNum" sz="quarter" idx="5"/>
          </p:nvPr>
        </p:nvSpPr>
        <p:spPr/>
        <p:txBody>
          <a:bodyPr/>
          <a:lstStyle/>
          <a:p>
            <a:fld id="{C712FDEA-03A1-4F6D-A72C-F016AC56B49F}" type="slidenum">
              <a:rPr lang="en-US" smtClean="0"/>
              <a:t>4</a:t>
            </a:fld>
            <a:endParaRPr lang="en-US" dirty="0"/>
          </a:p>
        </p:txBody>
      </p:sp>
    </p:spTree>
    <p:extLst>
      <p:ext uri="{BB962C8B-B14F-4D97-AF65-F5344CB8AC3E}">
        <p14:creationId xmlns:p14="http://schemas.microsoft.com/office/powerpoint/2010/main" val="1296003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5</a:t>
            </a:fld>
            <a:endParaRPr lang="en-US" dirty="0"/>
          </a:p>
        </p:txBody>
      </p:sp>
    </p:spTree>
    <p:extLst>
      <p:ext uri="{BB962C8B-B14F-4D97-AF65-F5344CB8AC3E}">
        <p14:creationId xmlns:p14="http://schemas.microsoft.com/office/powerpoint/2010/main" val="16329276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6</a:t>
            </a:fld>
            <a:endParaRPr lang="en-US" dirty="0"/>
          </a:p>
        </p:txBody>
      </p:sp>
    </p:spTree>
    <p:extLst>
      <p:ext uri="{BB962C8B-B14F-4D97-AF65-F5344CB8AC3E}">
        <p14:creationId xmlns:p14="http://schemas.microsoft.com/office/powerpoint/2010/main" val="3899098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E6493-6B20-8C73-E269-04F6B4BAD4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D282C-DB51-0D7B-224E-D224B6700C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7160A5-E556-4104-4095-8EF9C710A6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E02D0D-6EBE-C609-8214-E54E276FD22C}"/>
              </a:ext>
            </a:extLst>
          </p:cNvPr>
          <p:cNvSpPr>
            <a:spLocks noGrp="1"/>
          </p:cNvSpPr>
          <p:nvPr>
            <p:ph type="sldNum" sz="quarter" idx="5"/>
          </p:nvPr>
        </p:nvSpPr>
        <p:spPr/>
        <p:txBody>
          <a:bodyPr/>
          <a:lstStyle/>
          <a:p>
            <a:fld id="{C712FDEA-03A1-4F6D-A72C-F016AC56B49F}" type="slidenum">
              <a:rPr lang="en-US" smtClean="0"/>
              <a:t>7</a:t>
            </a:fld>
            <a:endParaRPr lang="en-US" dirty="0"/>
          </a:p>
        </p:txBody>
      </p:sp>
    </p:spTree>
    <p:extLst>
      <p:ext uri="{BB962C8B-B14F-4D97-AF65-F5344CB8AC3E}">
        <p14:creationId xmlns:p14="http://schemas.microsoft.com/office/powerpoint/2010/main" val="2340682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726E6-EDBB-9212-CA41-6412F609A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6DD3C4-0BDB-5595-FBB5-E66F21711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5B297-F554-9F36-DEDF-40DC1B6608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9DC5E3-957B-11A9-5A58-C53C3FCC81C6}"/>
              </a:ext>
            </a:extLst>
          </p:cNvPr>
          <p:cNvSpPr>
            <a:spLocks noGrp="1"/>
          </p:cNvSpPr>
          <p:nvPr>
            <p:ph type="sldNum" sz="quarter" idx="5"/>
          </p:nvPr>
        </p:nvSpPr>
        <p:spPr/>
        <p:txBody>
          <a:bodyPr/>
          <a:lstStyle/>
          <a:p>
            <a:fld id="{5B8B270D-091D-4ED2-8C85-0898DD7D9F21}" type="slidenum">
              <a:rPr lang="en-US" smtClean="0"/>
              <a:t>8</a:t>
            </a:fld>
            <a:endParaRPr lang="en-US" dirty="0"/>
          </a:p>
        </p:txBody>
      </p:sp>
    </p:spTree>
    <p:extLst>
      <p:ext uri="{BB962C8B-B14F-4D97-AF65-F5344CB8AC3E}">
        <p14:creationId xmlns:p14="http://schemas.microsoft.com/office/powerpoint/2010/main" val="1632581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36662-4542-B3A6-EB68-B613BFBC5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B365C7-3A7F-F2F0-CC8E-EDE1505BF3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71DE5-BDAF-8ACA-0E0B-7FCCAE50BD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49A3CF-3672-5911-1B59-6F04816B19FB}"/>
              </a:ext>
            </a:extLst>
          </p:cNvPr>
          <p:cNvSpPr>
            <a:spLocks noGrp="1"/>
          </p:cNvSpPr>
          <p:nvPr>
            <p:ph type="sldNum" sz="quarter" idx="5"/>
          </p:nvPr>
        </p:nvSpPr>
        <p:spPr/>
        <p:txBody>
          <a:bodyPr/>
          <a:lstStyle/>
          <a:p>
            <a:fld id="{5B8B270D-091D-4ED2-8C85-0898DD7D9F21}" type="slidenum">
              <a:rPr lang="en-US" smtClean="0"/>
              <a:t>9</a:t>
            </a:fld>
            <a:endParaRPr lang="en-US" dirty="0"/>
          </a:p>
        </p:txBody>
      </p:sp>
    </p:spTree>
    <p:extLst>
      <p:ext uri="{BB962C8B-B14F-4D97-AF65-F5344CB8AC3E}">
        <p14:creationId xmlns:p14="http://schemas.microsoft.com/office/powerpoint/2010/main" val="429988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F9F23-EB25-4716-806E-7B6319A1A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A6772-2790-9E78-434B-97C4C63B9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5CF62B-8011-B8CA-7F4C-A8C4082B2D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162E02-2E1B-4CE4-EEB3-C6413B320898}"/>
              </a:ext>
            </a:extLst>
          </p:cNvPr>
          <p:cNvSpPr>
            <a:spLocks noGrp="1"/>
          </p:cNvSpPr>
          <p:nvPr>
            <p:ph type="sldNum" sz="quarter" idx="5"/>
          </p:nvPr>
        </p:nvSpPr>
        <p:spPr/>
        <p:txBody>
          <a:bodyPr/>
          <a:lstStyle/>
          <a:p>
            <a:fld id="{C712FDEA-03A1-4F6D-A72C-F016AC56B49F}" type="slidenum">
              <a:rPr lang="en-US" smtClean="0"/>
              <a:t>10</a:t>
            </a:fld>
            <a:endParaRPr lang="en-US" dirty="0"/>
          </a:p>
        </p:txBody>
      </p:sp>
    </p:spTree>
    <p:extLst>
      <p:ext uri="{BB962C8B-B14F-4D97-AF65-F5344CB8AC3E}">
        <p14:creationId xmlns:p14="http://schemas.microsoft.com/office/powerpoint/2010/main" val="56722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1F6DA-7DC1-CB3E-E4B0-F7E23536F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550D0-DBF4-D49F-8CE8-EFCC7FC8C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D1D45-45C8-34F8-1F62-A9BA491089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756116-DD8D-4959-9730-9C708E1D9F91}"/>
              </a:ext>
            </a:extLst>
          </p:cNvPr>
          <p:cNvSpPr>
            <a:spLocks noGrp="1"/>
          </p:cNvSpPr>
          <p:nvPr>
            <p:ph type="sldNum" sz="quarter" idx="5"/>
          </p:nvPr>
        </p:nvSpPr>
        <p:spPr/>
        <p:txBody>
          <a:bodyPr/>
          <a:lstStyle/>
          <a:p>
            <a:fld id="{5B8B270D-091D-4ED2-8C85-0898DD7D9F21}" type="slidenum">
              <a:rPr lang="en-US" smtClean="0"/>
              <a:t>11</a:t>
            </a:fld>
            <a:endParaRPr lang="en-US" dirty="0"/>
          </a:p>
        </p:txBody>
      </p:sp>
    </p:spTree>
    <p:extLst>
      <p:ext uri="{BB962C8B-B14F-4D97-AF65-F5344CB8AC3E}">
        <p14:creationId xmlns:p14="http://schemas.microsoft.com/office/powerpoint/2010/main" val="263524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8E6CC-F1DE-B2BB-FFD2-02AC944662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EF70D-81A8-EAFE-1C2F-AF50D0918C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F7E77-B2CE-5078-417E-08F9742F2A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032F9F-1796-CCB4-3411-5E5E7FB5DCE6}"/>
              </a:ext>
            </a:extLst>
          </p:cNvPr>
          <p:cNvSpPr>
            <a:spLocks noGrp="1"/>
          </p:cNvSpPr>
          <p:nvPr>
            <p:ph type="sldNum" sz="quarter" idx="5"/>
          </p:nvPr>
        </p:nvSpPr>
        <p:spPr/>
        <p:txBody>
          <a:bodyPr/>
          <a:lstStyle/>
          <a:p>
            <a:fld id="{C712FDEA-03A1-4F6D-A72C-F016AC56B49F}" type="slidenum">
              <a:rPr lang="en-US" smtClean="0"/>
              <a:t>12</a:t>
            </a:fld>
            <a:endParaRPr lang="en-US" dirty="0"/>
          </a:p>
        </p:txBody>
      </p:sp>
    </p:spTree>
    <p:extLst>
      <p:ext uri="{BB962C8B-B14F-4D97-AF65-F5344CB8AC3E}">
        <p14:creationId xmlns:p14="http://schemas.microsoft.com/office/powerpoint/2010/main" val="2551011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0543F-1CBC-35E8-44C3-52E5F07B7C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6CEB0-DE2C-05B6-9363-328B46ED3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AA1329-3E00-27EE-8BA5-D71AA49723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C2E9A9-DAE9-D932-8E12-20396C9234D7}"/>
              </a:ext>
            </a:extLst>
          </p:cNvPr>
          <p:cNvSpPr>
            <a:spLocks noGrp="1"/>
          </p:cNvSpPr>
          <p:nvPr>
            <p:ph type="sldNum" sz="quarter" idx="5"/>
          </p:nvPr>
        </p:nvSpPr>
        <p:spPr/>
        <p:txBody>
          <a:bodyPr/>
          <a:lstStyle/>
          <a:p>
            <a:fld id="{C712FDEA-03A1-4F6D-A72C-F016AC56B49F}" type="slidenum">
              <a:rPr lang="en-US" smtClean="0"/>
              <a:t>13</a:t>
            </a:fld>
            <a:endParaRPr lang="en-US" dirty="0"/>
          </a:p>
        </p:txBody>
      </p:sp>
    </p:spTree>
    <p:extLst>
      <p:ext uri="{BB962C8B-B14F-4D97-AF65-F5344CB8AC3E}">
        <p14:creationId xmlns:p14="http://schemas.microsoft.com/office/powerpoint/2010/main" val="4135823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70D53-8C3D-38AF-7E19-BEA3AE7DD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FEE9C5-4D21-7DFD-C61A-C7C527333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4EA760-8B56-09D0-88F5-40C424A294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E847DF-FEFC-905A-F52D-4C11ECD80A70}"/>
              </a:ext>
            </a:extLst>
          </p:cNvPr>
          <p:cNvSpPr>
            <a:spLocks noGrp="1"/>
          </p:cNvSpPr>
          <p:nvPr>
            <p:ph type="sldNum" sz="quarter" idx="5"/>
          </p:nvPr>
        </p:nvSpPr>
        <p:spPr/>
        <p:txBody>
          <a:bodyPr/>
          <a:lstStyle/>
          <a:p>
            <a:fld id="{C712FDEA-03A1-4F6D-A72C-F016AC56B49F}" type="slidenum">
              <a:rPr lang="en-US" smtClean="0"/>
              <a:t>14</a:t>
            </a:fld>
            <a:endParaRPr lang="en-US" dirty="0"/>
          </a:p>
        </p:txBody>
      </p:sp>
    </p:spTree>
    <p:extLst>
      <p:ext uri="{BB962C8B-B14F-4D97-AF65-F5344CB8AC3E}">
        <p14:creationId xmlns:p14="http://schemas.microsoft.com/office/powerpoint/2010/main" val="1229335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4C63C-BC6B-B51D-0033-7FA99B49C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35144-83BB-3511-0601-E4D40733B8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BA424-120C-D932-F6E4-C609D088F1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185C46-4EC2-8907-07AA-A337833F4E6B}"/>
              </a:ext>
            </a:extLst>
          </p:cNvPr>
          <p:cNvSpPr>
            <a:spLocks noGrp="1"/>
          </p:cNvSpPr>
          <p:nvPr>
            <p:ph type="sldNum" sz="quarter" idx="5"/>
          </p:nvPr>
        </p:nvSpPr>
        <p:spPr/>
        <p:txBody>
          <a:bodyPr/>
          <a:lstStyle/>
          <a:p>
            <a:fld id="{C712FDEA-03A1-4F6D-A72C-F016AC56B49F}" type="slidenum">
              <a:rPr lang="en-US" smtClean="0"/>
              <a:t>15</a:t>
            </a:fld>
            <a:endParaRPr lang="en-US" dirty="0"/>
          </a:p>
        </p:txBody>
      </p:sp>
    </p:spTree>
    <p:extLst>
      <p:ext uri="{BB962C8B-B14F-4D97-AF65-F5344CB8AC3E}">
        <p14:creationId xmlns:p14="http://schemas.microsoft.com/office/powerpoint/2010/main" val="2745116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51C3C-7E0C-FD13-6AAE-25E337EE15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B48B2-5F8F-5AF0-4E72-9F057C462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0664DB-2181-8726-44AA-C0AC6172E4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105862-FD56-4F19-7DAA-1EA32E672479}"/>
              </a:ext>
            </a:extLst>
          </p:cNvPr>
          <p:cNvSpPr>
            <a:spLocks noGrp="1"/>
          </p:cNvSpPr>
          <p:nvPr>
            <p:ph type="sldNum" sz="quarter" idx="5"/>
          </p:nvPr>
        </p:nvSpPr>
        <p:spPr/>
        <p:txBody>
          <a:bodyPr/>
          <a:lstStyle/>
          <a:p>
            <a:fld id="{C712FDEA-03A1-4F6D-A72C-F016AC56B49F}" type="slidenum">
              <a:rPr lang="en-US" smtClean="0"/>
              <a:t>16</a:t>
            </a:fld>
            <a:endParaRPr lang="en-US" dirty="0"/>
          </a:p>
        </p:txBody>
      </p:sp>
    </p:spTree>
    <p:extLst>
      <p:ext uri="{BB962C8B-B14F-4D97-AF65-F5344CB8AC3E}">
        <p14:creationId xmlns:p14="http://schemas.microsoft.com/office/powerpoint/2010/main" val="327372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B92CB-9A6E-5281-F101-84DA27468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814AA-3FB6-7196-D352-9BA1F8139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92FBC-CC9C-3198-77F1-8BB0592030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5FC222-F722-4699-777D-602E5B0E8B62}"/>
              </a:ext>
            </a:extLst>
          </p:cNvPr>
          <p:cNvSpPr>
            <a:spLocks noGrp="1"/>
          </p:cNvSpPr>
          <p:nvPr>
            <p:ph type="sldNum" sz="quarter" idx="5"/>
          </p:nvPr>
        </p:nvSpPr>
        <p:spPr/>
        <p:txBody>
          <a:bodyPr/>
          <a:lstStyle/>
          <a:p>
            <a:fld id="{C712FDEA-03A1-4F6D-A72C-F016AC56B49F}" type="slidenum">
              <a:rPr lang="en-US" smtClean="0"/>
              <a:t>17</a:t>
            </a:fld>
            <a:endParaRPr lang="en-US" dirty="0"/>
          </a:p>
        </p:txBody>
      </p:sp>
    </p:spTree>
    <p:extLst>
      <p:ext uri="{BB962C8B-B14F-4D97-AF65-F5344CB8AC3E}">
        <p14:creationId xmlns:p14="http://schemas.microsoft.com/office/powerpoint/2010/main" val="3954747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895E7-BD67-B773-6C60-61559838D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F7C88-7E9D-499D-3763-87C5E5D11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C082FE-4D48-5F9C-5A49-BF23F8A6C2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67ABD7-9804-E34B-7CFB-2C9586E9CFA0}"/>
              </a:ext>
            </a:extLst>
          </p:cNvPr>
          <p:cNvSpPr>
            <a:spLocks noGrp="1"/>
          </p:cNvSpPr>
          <p:nvPr>
            <p:ph type="sldNum" sz="quarter" idx="5"/>
          </p:nvPr>
        </p:nvSpPr>
        <p:spPr/>
        <p:txBody>
          <a:bodyPr/>
          <a:lstStyle/>
          <a:p>
            <a:fld id="{C712FDEA-03A1-4F6D-A72C-F016AC56B49F}" type="slidenum">
              <a:rPr lang="en-US" smtClean="0"/>
              <a:t>18</a:t>
            </a:fld>
            <a:endParaRPr lang="en-US" dirty="0"/>
          </a:p>
        </p:txBody>
      </p:sp>
    </p:spTree>
    <p:extLst>
      <p:ext uri="{BB962C8B-B14F-4D97-AF65-F5344CB8AC3E}">
        <p14:creationId xmlns:p14="http://schemas.microsoft.com/office/powerpoint/2010/main" val="6044964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19</a:t>
            </a:fld>
            <a:endParaRPr lang="en-US" dirty="0"/>
          </a:p>
        </p:txBody>
      </p:sp>
    </p:spTree>
    <p:extLst>
      <p:ext uri="{BB962C8B-B14F-4D97-AF65-F5344CB8AC3E}">
        <p14:creationId xmlns:p14="http://schemas.microsoft.com/office/powerpoint/2010/main" val="547223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6A83C-6E88-D838-E29A-C4B1D05F8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1D57E-B1C9-9053-9B8A-08810293F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98D2D-B9A1-31A0-BE23-036037358E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43E5FC-7E06-9A75-2378-188BCEE61436}"/>
              </a:ext>
            </a:extLst>
          </p:cNvPr>
          <p:cNvSpPr>
            <a:spLocks noGrp="1"/>
          </p:cNvSpPr>
          <p:nvPr>
            <p:ph type="sldNum" sz="quarter" idx="5"/>
          </p:nvPr>
        </p:nvSpPr>
        <p:spPr/>
        <p:txBody>
          <a:bodyPr/>
          <a:lstStyle/>
          <a:p>
            <a:fld id="{C712FDEA-03A1-4F6D-A72C-F016AC56B49F}" type="slidenum">
              <a:rPr lang="en-US" smtClean="0"/>
              <a:t>20</a:t>
            </a:fld>
            <a:endParaRPr lang="en-US" dirty="0"/>
          </a:p>
        </p:txBody>
      </p:sp>
    </p:spTree>
    <p:extLst>
      <p:ext uri="{BB962C8B-B14F-4D97-AF65-F5344CB8AC3E}">
        <p14:creationId xmlns:p14="http://schemas.microsoft.com/office/powerpoint/2010/main" val="28665727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8ACB7-B143-65CA-A679-297278B10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0ADDE-4BDF-A6B0-948A-1501ACD9E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5A58FD-6826-EA35-C371-C738138F80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B8657F-8003-D756-08D6-E78F008890D5}"/>
              </a:ext>
            </a:extLst>
          </p:cNvPr>
          <p:cNvSpPr>
            <a:spLocks noGrp="1"/>
          </p:cNvSpPr>
          <p:nvPr>
            <p:ph type="sldNum" sz="quarter" idx="5"/>
          </p:nvPr>
        </p:nvSpPr>
        <p:spPr/>
        <p:txBody>
          <a:bodyPr/>
          <a:lstStyle/>
          <a:p>
            <a:fld id="{C712FDEA-03A1-4F6D-A72C-F016AC56B49F}" type="slidenum">
              <a:rPr lang="en-US" smtClean="0"/>
              <a:t>21</a:t>
            </a:fld>
            <a:endParaRPr lang="en-US" dirty="0"/>
          </a:p>
        </p:txBody>
      </p:sp>
    </p:spTree>
    <p:extLst>
      <p:ext uri="{BB962C8B-B14F-4D97-AF65-F5344CB8AC3E}">
        <p14:creationId xmlns:p14="http://schemas.microsoft.com/office/powerpoint/2010/main" val="29167825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4C8A-2C6D-5121-6AD0-ADB8AD846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35360-F7D8-2C3C-EB62-4D74ED797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EC64A4-B8B8-0896-00AB-B8C0B10AB4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C718E0-AB0C-7D07-ADBE-567870F4FD49}"/>
              </a:ext>
            </a:extLst>
          </p:cNvPr>
          <p:cNvSpPr>
            <a:spLocks noGrp="1"/>
          </p:cNvSpPr>
          <p:nvPr>
            <p:ph type="sldNum" sz="quarter" idx="5"/>
          </p:nvPr>
        </p:nvSpPr>
        <p:spPr/>
        <p:txBody>
          <a:bodyPr/>
          <a:lstStyle/>
          <a:p>
            <a:fld id="{C712FDEA-03A1-4F6D-A72C-F016AC56B49F}" type="slidenum">
              <a:rPr lang="en-US" smtClean="0"/>
              <a:t>22</a:t>
            </a:fld>
            <a:endParaRPr lang="en-US" dirty="0"/>
          </a:p>
        </p:txBody>
      </p:sp>
    </p:spTree>
    <p:extLst>
      <p:ext uri="{BB962C8B-B14F-4D97-AF65-F5344CB8AC3E}">
        <p14:creationId xmlns:p14="http://schemas.microsoft.com/office/powerpoint/2010/main" val="32231986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7E1C8-BC13-636F-5EE4-C9E141F72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C3353-2AE7-A1E3-97E9-4932B1637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D7776-5DEE-4191-173B-1137932B05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154A07-9FD2-9252-694B-F5523AA58270}"/>
              </a:ext>
            </a:extLst>
          </p:cNvPr>
          <p:cNvSpPr>
            <a:spLocks noGrp="1"/>
          </p:cNvSpPr>
          <p:nvPr>
            <p:ph type="sldNum" sz="quarter" idx="5"/>
          </p:nvPr>
        </p:nvSpPr>
        <p:spPr/>
        <p:txBody>
          <a:bodyPr/>
          <a:lstStyle/>
          <a:p>
            <a:fld id="{C712FDEA-03A1-4F6D-A72C-F016AC56B49F}" type="slidenum">
              <a:rPr lang="en-US" smtClean="0"/>
              <a:t>23</a:t>
            </a:fld>
            <a:endParaRPr lang="en-US" dirty="0"/>
          </a:p>
        </p:txBody>
      </p:sp>
    </p:spTree>
    <p:extLst>
      <p:ext uri="{BB962C8B-B14F-4D97-AF65-F5344CB8AC3E}">
        <p14:creationId xmlns:p14="http://schemas.microsoft.com/office/powerpoint/2010/main" val="32689941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1285F-AE16-AEF7-A0D3-F334CA29F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BDD29-0B1A-3F01-BF08-64B92127B7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F3DC4F-AF2C-B282-319F-5E7AD46D61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BEA7EB-3E12-57F0-6D09-A14B6116B03C}"/>
              </a:ext>
            </a:extLst>
          </p:cNvPr>
          <p:cNvSpPr>
            <a:spLocks noGrp="1"/>
          </p:cNvSpPr>
          <p:nvPr>
            <p:ph type="sldNum" sz="quarter" idx="5"/>
          </p:nvPr>
        </p:nvSpPr>
        <p:spPr/>
        <p:txBody>
          <a:bodyPr/>
          <a:lstStyle/>
          <a:p>
            <a:fld id="{C712FDEA-03A1-4F6D-A72C-F016AC56B49F}" type="slidenum">
              <a:rPr lang="en-US" smtClean="0"/>
              <a:t>24</a:t>
            </a:fld>
            <a:endParaRPr lang="en-US" dirty="0"/>
          </a:p>
        </p:txBody>
      </p:sp>
    </p:spTree>
    <p:extLst>
      <p:ext uri="{BB962C8B-B14F-4D97-AF65-F5344CB8AC3E}">
        <p14:creationId xmlns:p14="http://schemas.microsoft.com/office/powerpoint/2010/main" val="3500463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B4AF7-AE98-E6DC-0BFD-8B085BD8C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DEABE3-0399-3487-BD6B-A271D21CE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EBAAD-002D-45C1-C222-5E061CEEC4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A99D2C-F74C-8AD7-7291-6335D571CB8E}"/>
              </a:ext>
            </a:extLst>
          </p:cNvPr>
          <p:cNvSpPr>
            <a:spLocks noGrp="1"/>
          </p:cNvSpPr>
          <p:nvPr>
            <p:ph type="sldNum" sz="quarter" idx="5"/>
          </p:nvPr>
        </p:nvSpPr>
        <p:spPr/>
        <p:txBody>
          <a:bodyPr/>
          <a:lstStyle/>
          <a:p>
            <a:fld id="{C712FDEA-03A1-4F6D-A72C-F016AC56B49F}" type="slidenum">
              <a:rPr lang="en-US" smtClean="0"/>
              <a:t>25</a:t>
            </a:fld>
            <a:endParaRPr lang="en-US" dirty="0"/>
          </a:p>
        </p:txBody>
      </p:sp>
    </p:spTree>
    <p:extLst>
      <p:ext uri="{BB962C8B-B14F-4D97-AF65-F5344CB8AC3E}">
        <p14:creationId xmlns:p14="http://schemas.microsoft.com/office/powerpoint/2010/main" val="36384243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42ED0-CEF5-7215-540A-88A362651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F25F1-35CB-57D3-73BF-E6E1107E5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2BBC4B-43BA-DEDF-7421-E459DEC35C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FB518C-32F4-45D7-17B3-6ED9C3D4CECE}"/>
              </a:ext>
            </a:extLst>
          </p:cNvPr>
          <p:cNvSpPr>
            <a:spLocks noGrp="1"/>
          </p:cNvSpPr>
          <p:nvPr>
            <p:ph type="sldNum" sz="quarter" idx="5"/>
          </p:nvPr>
        </p:nvSpPr>
        <p:spPr/>
        <p:txBody>
          <a:bodyPr/>
          <a:lstStyle/>
          <a:p>
            <a:fld id="{C712FDEA-03A1-4F6D-A72C-F016AC56B49F}" type="slidenum">
              <a:rPr lang="en-US" smtClean="0"/>
              <a:t>26</a:t>
            </a:fld>
            <a:endParaRPr lang="en-US" dirty="0"/>
          </a:p>
        </p:txBody>
      </p:sp>
    </p:spTree>
    <p:extLst>
      <p:ext uri="{BB962C8B-B14F-4D97-AF65-F5344CB8AC3E}">
        <p14:creationId xmlns:p14="http://schemas.microsoft.com/office/powerpoint/2010/main" val="20235003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7456C-068A-FB08-1EA3-9313371E09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C427F-F20F-B703-1B95-E40E59058B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A2E90-3248-EA0A-8477-5479709154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4A6604-FDB2-3764-6074-241CD0AE4770}"/>
              </a:ext>
            </a:extLst>
          </p:cNvPr>
          <p:cNvSpPr>
            <a:spLocks noGrp="1"/>
          </p:cNvSpPr>
          <p:nvPr>
            <p:ph type="sldNum" sz="quarter" idx="5"/>
          </p:nvPr>
        </p:nvSpPr>
        <p:spPr/>
        <p:txBody>
          <a:bodyPr/>
          <a:lstStyle/>
          <a:p>
            <a:fld id="{C712FDEA-03A1-4F6D-A72C-F016AC56B49F}" type="slidenum">
              <a:rPr lang="en-US" smtClean="0"/>
              <a:t>27</a:t>
            </a:fld>
            <a:endParaRPr lang="en-US" dirty="0"/>
          </a:p>
        </p:txBody>
      </p:sp>
    </p:spTree>
    <p:extLst>
      <p:ext uri="{BB962C8B-B14F-4D97-AF65-F5344CB8AC3E}">
        <p14:creationId xmlns:p14="http://schemas.microsoft.com/office/powerpoint/2010/main" val="2534236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28</a:t>
            </a:fld>
            <a:endParaRPr lang="en-US" dirty="0"/>
          </a:p>
        </p:txBody>
      </p:sp>
    </p:spTree>
    <p:extLst>
      <p:ext uri="{BB962C8B-B14F-4D97-AF65-F5344CB8AC3E}">
        <p14:creationId xmlns:p14="http://schemas.microsoft.com/office/powerpoint/2010/main" val="3757332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852517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624494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294A09A9-5501-47C1-A89A-A340965A2BE2}" type="slidenum">
              <a:rPr lang="en-US" smtClean="0"/>
              <a:pPr/>
              <a:t>‹#›</a:t>
            </a:fld>
            <a:endParaRPr lang="en-US" dirty="0"/>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4504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7252712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552302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11/3/2024</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grpSp>
        <p:nvGrpSpPr>
          <p:cNvPr id="6" name="Group 5">
            <a:extLst>
              <a:ext uri="{FF2B5EF4-FFF2-40B4-BE49-F238E27FC236}">
                <a16:creationId xmlns:a16="http://schemas.microsoft.com/office/drawing/2014/main" id="{17004688-7200-27A0-AED2-FDEA0C50E2E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0962AE0E-CD08-E4A3-B4FB-58E3FB6095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942343E8-72A7-5457-2C99-D033A36FF0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1C19E638-91EB-75DC-9458-EA0229C044E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6E02EB3D-A45E-B4B7-9E49-65E6921C6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46ED0F2C-33C6-33F8-D25A-653073FA8F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76C992DF-7C76-80E6-220E-5545B437E8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1532E4B2-6FAE-2363-8842-E08A265B0FB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D7AE19E9-E19F-29AF-639C-44EB5FB5E3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FC6B75DA-401A-8C4D-421A-4A0230030C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83B7B7D8-FAE1-EF25-3177-C597CA2855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D8189C2B-39BF-F3AD-761F-3EC5A413936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9B3C11E0-E220-6347-106F-7361EEF4B7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79AAD932-DEE5-826A-1B8E-BF1B2B2BB3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A9BA9C23-F16A-423E-DB70-2BBBE58B0C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237FA726-DD02-A25D-C698-4FB16B377C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A0991B4B-EDB7-1AEE-679D-75A7958333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198D13E0-51CA-CC43-BFAD-752CD4E5ED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979DDC47-298E-AFD7-CE86-9F24018FCB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FDF6497C-C9D8-77C1-9EC1-AA3DC693FD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F94954A5-B504-9802-E8A3-D92A434B21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26CA4C70-E5AD-FFC4-4F64-9029A88E16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C2F66C97-233E-069E-842E-FC7DD613F3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AA0F3696-6B0D-543A-4D40-8B145249CB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29D21825-8498-CADF-8EB5-D08C5C4348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D1EBC7BA-66A7-56E5-19F7-65B9A2BE6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41A6EA28-930F-EBBA-43EE-6CB627294A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5297B34D-B81D-6350-4194-484D7EC282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DD7C599E-910F-8D88-3AA0-B24C9A79E1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E663B789-16D2-7968-1AB9-E036E4D428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EBE4D28C-9D5D-2CDF-4E98-5D046F140C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9D439ED-096C-BC38-ECCB-78B2B5178F8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E820AB2-DB7A-A79D-FAE4-35AC3D677C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88E5C4B-5B7B-FDA4-A576-7854A9D159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E3C02BC9-4E4F-3743-8563-808D6A0B43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D0EF96EA-252F-062A-E566-42ABC6B903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58DCE928-965C-EA85-F5C1-24E19E45854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B5B70EF0-D01D-E5DD-0234-6B93EE439E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0351E2-397A-7FC9-6BE5-A3018AAB2B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9EE4DD70-FCD0-DFFE-52A6-0DE9BC2331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466F87F-6F35-E28C-1556-6383A82F7F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D4FD8A8E-2B46-F940-BD0E-086FCF7666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7532BE26-5B7C-EE9E-4191-8A54CDBBD6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BFC8ECE6-D59A-9EE4-CB81-D6162F00D8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15080BC2-EE72-5D70-6666-DEBC491653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393AA0A3-2A8A-2332-F348-F88D6E1F3B3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54355255-9D4E-147B-DA9E-4FFB14E7C1B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0C229BCD-A083-BC81-2151-41E4947E04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F138DCEE-5B8D-D5E5-54B6-6B0BA01F6E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F00BD61F-0747-E748-6BFB-CB875F4942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07C45B1B-92EA-5E82-24D1-931DB8AF99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11B1265-0119-731D-E758-7C0BAFE4B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35056C9E-95B1-E743-9A73-5A39803B74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873B7450-9F65-5384-2976-127FD87757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93FE1A96-9FB8-DD4B-5EB8-26A91007B6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07C997E7-D2EC-2533-34E1-ADA752DD0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CDFD69D0-D4F6-6990-4E0A-C6FEB0CE49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825CB36E-9726-A54C-5717-F6A428FED5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F8184497-7251-D4E9-F39C-EE556E4B10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835D68A6-6C40-806B-C58A-25B22D6BC6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E36097E1-57E6-7188-7C0D-36C56EF55F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9C1BAB2A-BA9C-8C5A-13B8-CE9C056AE65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F8DCA4A-A0D6-514F-47BB-541F133C696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0BEDD737-7AD9-32AF-DA50-AE940D883A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361792E-BF11-44DD-3900-9EE92815F3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EF08723B-66BF-73AE-106A-58DBBBABFA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866A6C7D-739E-6ED2-8DC9-F62F9697723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3CAE0274-E38E-54A4-13C4-FFD1A9DDC6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7561DEAF-B810-94D1-71BB-2116BFFFA7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323C31A5-9409-F839-90BA-3883DC53230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42742EC4-5A1C-631E-398C-F3C5A9C4A2E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D2C0A335-0DBB-9CDA-7CB6-64689BB782A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21B6FD8-0F3F-70F9-2457-87BB8AAB793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44ACA065-23B9-0399-85C9-8821480A7D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360F78FE-550E-F182-27C9-8D0D0411F4D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82BEC42F-0A94-4DB3-9210-90D9BA7610B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4639297D-A086-3111-DE35-3ADFC63EC5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0A57F373-E650-007D-EF3A-125835724B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3F7AA1C2-3BC9-2CC2-246C-891EEAAAAAD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8095730D-9E3D-CB3A-4FF1-D9B51A162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FDC9A03-E7DE-3D3E-74F8-C2990A5082F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3B430687-A11D-CFC5-B7C6-AF9A479146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F9EEDCBB-CCC4-61BB-3480-8D21A3D2F1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1900389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910518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640213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8089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218381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031844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ubtitle Pict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9E50B4-1616-9029-9FC0-901DDF9BF608}"/>
              </a:ext>
              <a:ext uri="{C183D7F6-B498-43B3-948B-1728B52AA6E4}">
                <adec:decorative xmlns:adec="http://schemas.microsoft.com/office/drawing/2017/decorative" val="1"/>
              </a:ext>
            </a:extLst>
          </p:cNvPr>
          <p:cNvSpPr/>
          <p:nvPr userDrawn="1"/>
        </p:nvSpPr>
        <p:spPr>
          <a:xfrm>
            <a:off x="4449680" y="0"/>
            <a:ext cx="77423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430521"/>
            <a:ext cx="3389065" cy="1847528"/>
          </a:xfrm>
        </p:spPr>
        <p:txBody>
          <a:bodyPr>
            <a:noAutofit/>
          </a:bodyPr>
          <a:lstStyle>
            <a:lvl1pPr algn="ctr">
              <a:defRPr sz="3600"/>
            </a:lvl1pPr>
          </a:lstStyle>
          <a:p>
            <a:r>
              <a:rPr lang="en-US" dirty="0"/>
              <a:t>Click to add title</a:t>
            </a:r>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1954839" y="2511829"/>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674FFBCF-911F-5818-60FE-B018CA677353}"/>
              </a:ext>
            </a:extLst>
          </p:cNvPr>
          <p:cNvSpPr>
            <a:spLocks noGrp="1"/>
          </p:cNvSpPr>
          <p:nvPr>
            <p:ph sz="quarter" idx="15" hasCustomPrompt="1"/>
          </p:nvPr>
        </p:nvSpPr>
        <p:spPr>
          <a:xfrm>
            <a:off x="530307" y="2745610"/>
            <a:ext cx="3389065" cy="3499611"/>
          </a:xfrm>
        </p:spPr>
        <p:txBody>
          <a:bodyPr>
            <a:normAutofit/>
          </a:bodyPr>
          <a:lstStyle>
            <a:lvl1pPr marL="0" indent="0" algn="ctr">
              <a:buNone/>
              <a:defRPr lang="en-US" sz="2000" kern="1200" spc="50" dirty="0">
                <a:solidFill>
                  <a:schemeClr val="tx1">
                    <a:alpha val="60000"/>
                  </a:schemeClr>
                </a:solidFill>
                <a:latin typeface="+mn-lt"/>
                <a:ea typeface="+mn-ea"/>
                <a:cs typeface="+mn-cs"/>
              </a:defRPr>
            </a:lvl1pPr>
            <a:lvl2pPr marL="360000" indent="0">
              <a:buNone/>
              <a:defRPr/>
            </a:lvl2pPr>
            <a:lvl3pPr marL="720000" indent="0">
              <a:buNone/>
              <a:defRPr/>
            </a:lvl3pPr>
            <a:lvl4pPr marL="1080000" indent="0">
              <a:buNone/>
              <a:defRPr/>
            </a:lvl4pPr>
            <a:lvl5pPr marL="1440000" indent="0">
              <a:buNone/>
              <a:defRPr/>
            </a:lvl5pPr>
          </a:lstStyle>
          <a:p>
            <a:pPr marL="0" indent="0" algn="ctr">
              <a:buNone/>
            </a:pPr>
            <a:r>
              <a:rPr lang="en-US" dirty="0"/>
              <a:t>Click to add text</a:t>
            </a:r>
          </a:p>
        </p:txBody>
      </p:sp>
      <p:sp>
        <p:nvSpPr>
          <p:cNvPr id="9" name="Picture Placeholder 8">
            <a:extLst>
              <a:ext uri="{FF2B5EF4-FFF2-40B4-BE49-F238E27FC236}">
                <a16:creationId xmlns:a16="http://schemas.microsoft.com/office/drawing/2014/main" id="{EF1A84F6-2D30-446A-9D91-44FBCB825679}"/>
              </a:ext>
            </a:extLst>
          </p:cNvPr>
          <p:cNvSpPr>
            <a:spLocks noGrp="1"/>
          </p:cNvSpPr>
          <p:nvPr>
            <p:ph type="pic" sz="quarter" idx="14" hasCustomPrompt="1"/>
          </p:nvPr>
        </p:nvSpPr>
        <p:spPr>
          <a:xfrm>
            <a:off x="4979988" y="430521"/>
            <a:ext cx="6681704" cy="6019264"/>
          </a:xfrm>
        </p:spPr>
        <p:txBody>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1052376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Pictur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alpha val="20000"/>
                </a:schemeClr>
              </a:solidFill>
            </a:endParaRPr>
          </a:p>
        </p:txBody>
      </p:sp>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462643" y="995760"/>
            <a:ext cx="5170860" cy="4869882"/>
          </a:xfrm>
        </p:spPr>
        <p:txBody>
          <a:bodyPr anchor="ctr">
            <a:noAutofit/>
          </a:bodyPr>
          <a:lstStyle>
            <a:lvl1pPr algn="ctr">
              <a:defRPr sz="4800"/>
            </a:lvl1pPr>
          </a:lstStyle>
          <a:p>
            <a:r>
              <a:rPr lang="en-US" dirty="0"/>
              <a:t>Click to add title</a:t>
            </a:r>
          </a:p>
        </p:txBody>
      </p:sp>
      <p:sp>
        <p:nvSpPr>
          <p:cNvPr id="24" name="Picture Placeholder 23">
            <a:extLst>
              <a:ext uri="{FF2B5EF4-FFF2-40B4-BE49-F238E27FC236}">
                <a16:creationId xmlns:a16="http://schemas.microsoft.com/office/drawing/2014/main" id="{C9D32952-2D0C-4A3E-9354-E014C717894E}"/>
              </a:ext>
            </a:extLst>
          </p:cNvPr>
          <p:cNvSpPr>
            <a:spLocks noGrp="1"/>
          </p:cNvSpPr>
          <p:nvPr>
            <p:ph type="pic" sz="quarter" idx="13" hasCustomPrompt="1"/>
          </p:nvPr>
        </p:nvSpPr>
        <p:spPr>
          <a:xfrm>
            <a:off x="6654800" y="430213"/>
            <a:ext cx="4995863" cy="5997574"/>
          </a:xfrm>
        </p:spPr>
        <p:txBody>
          <a:bodyPr>
            <a:normAutofit/>
          </a:bodyPr>
          <a:lstStyle>
            <a:lvl1pPr marL="0" indent="0" algn="ctr">
              <a:buNone/>
              <a:defRPr sz="1600"/>
            </a:lvl1pPr>
          </a:lstStyle>
          <a:p>
            <a:r>
              <a:rPr lang="en-US" dirty="0"/>
              <a:t>Click to add picture</a:t>
            </a:r>
          </a:p>
        </p:txBody>
      </p:sp>
      <p:grpSp>
        <p:nvGrpSpPr>
          <p:cNvPr id="6" name="Group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1939998" y="5634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oup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 name="Group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17" name="Group 16">
            <a:extLst>
              <a:ext uri="{FF2B5EF4-FFF2-40B4-BE49-F238E27FC236}">
                <a16:creationId xmlns:a16="http://schemas.microsoft.com/office/drawing/2014/main" id="{FE79776F-EEB5-464D-19DD-92EC7B3B329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19" name="Rectangle 18">
              <a:extLst>
                <a:ext uri="{FF2B5EF4-FFF2-40B4-BE49-F238E27FC236}">
                  <a16:creationId xmlns:a16="http://schemas.microsoft.com/office/drawing/2014/main" id="{309A16CC-7006-C92A-F15C-618A3235AF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FF2B5EF4-FFF2-40B4-BE49-F238E27FC236}">
                  <a16:creationId xmlns:a16="http://schemas.microsoft.com/office/drawing/2014/main" id="{035D8D8D-001E-352F-FE03-CC3EE1D7CFC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2" name="Group 21">
                <a:extLst>
                  <a:ext uri="{FF2B5EF4-FFF2-40B4-BE49-F238E27FC236}">
                    <a16:creationId xmlns:a16="http://schemas.microsoft.com/office/drawing/2014/main" id="{51CE1C6F-D1A5-FD45-5120-8F87F05DCFD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FE946A41-95B9-A9F4-17ED-A011312446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69">
                  <a:extLst>
                    <a:ext uri="{FF2B5EF4-FFF2-40B4-BE49-F238E27FC236}">
                      <a16:creationId xmlns:a16="http://schemas.microsoft.com/office/drawing/2014/main" id="{FDFB515A-8805-F10C-2933-35BDDF1DD3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Line 70">
                  <a:extLst>
                    <a:ext uri="{FF2B5EF4-FFF2-40B4-BE49-F238E27FC236}">
                      <a16:creationId xmlns:a16="http://schemas.microsoft.com/office/drawing/2014/main" id="{F63B17C2-189B-28FA-8876-976CC481C7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3" name="Group 22">
                <a:extLst>
                  <a:ext uri="{FF2B5EF4-FFF2-40B4-BE49-F238E27FC236}">
                    <a16:creationId xmlns:a16="http://schemas.microsoft.com/office/drawing/2014/main" id="{613E90FB-54AC-A2FC-9D01-C95ACC91FC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58A6A556-AB2C-1636-63D4-9E2806E367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69">
                  <a:extLst>
                    <a:ext uri="{FF2B5EF4-FFF2-40B4-BE49-F238E27FC236}">
                      <a16:creationId xmlns:a16="http://schemas.microsoft.com/office/drawing/2014/main" id="{A43047F1-413F-99DB-01CC-293FC1813A5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Line 70">
                  <a:extLst>
                    <a:ext uri="{FF2B5EF4-FFF2-40B4-BE49-F238E27FC236}">
                      <a16:creationId xmlns:a16="http://schemas.microsoft.com/office/drawing/2014/main" id="{47C2B72F-C97F-770D-5F99-50DD97EB27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2472699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7D905AD-2C09-A80F-FBF0-4F45A7A148CC}"/>
              </a:ext>
            </a:extLst>
          </p:cNvPr>
          <p:cNvSpPr>
            <a:spLocks noGrp="1"/>
          </p:cNvSpPr>
          <p:nvPr>
            <p:ph type="title" hasCustomPrompt="1"/>
          </p:nvPr>
        </p:nvSpPr>
        <p:spPr>
          <a:xfrm>
            <a:off x="568163" y="400049"/>
            <a:ext cx="8647721" cy="1185045"/>
          </a:xfrm>
        </p:spPr>
        <p:txBody>
          <a:bodyPr lIns="0">
            <a:normAutofit/>
          </a:bodyPr>
          <a:lstStyle>
            <a:lvl1pPr>
              <a:defRPr sz="3600"/>
            </a:lvl1pPr>
          </a:lstStyle>
          <a:p>
            <a:r>
              <a:rPr lang="en-US" dirty="0"/>
              <a:t>Click to add title</a:t>
            </a:r>
          </a:p>
        </p:txBody>
      </p:sp>
      <p:sp>
        <p:nvSpPr>
          <p:cNvPr id="10" name="Content Placeholder 2">
            <a:extLst>
              <a:ext uri="{FF2B5EF4-FFF2-40B4-BE49-F238E27FC236}">
                <a16:creationId xmlns:a16="http://schemas.microsoft.com/office/drawing/2014/main" id="{76F87AC4-493F-1EB8-D127-C21530FA824E}"/>
              </a:ext>
            </a:extLst>
          </p:cNvPr>
          <p:cNvSpPr>
            <a:spLocks noGrp="1"/>
          </p:cNvSpPr>
          <p:nvPr>
            <p:ph idx="10" hasCustomPrompt="1"/>
          </p:nvPr>
        </p:nvSpPr>
        <p:spPr>
          <a:xfrm>
            <a:off x="568163" y="1997132"/>
            <a:ext cx="8652793" cy="4232218"/>
          </a:xfrm>
        </p:spPr>
        <p:txBody>
          <a:bodyPr lIns="0">
            <a:normAutofit/>
          </a:bodyPr>
          <a:lstStyle>
            <a:lvl1pPr marL="285750" indent="-285750">
              <a:lnSpc>
                <a:spcPct val="130000"/>
              </a:lnSpc>
              <a:buFont typeface="Arial" panose="020B0604020202020204" pitchFamily="34" charset="0"/>
              <a:buChar char="•"/>
              <a:defRPr sz="1800"/>
            </a:lvl1pPr>
            <a:lvl2pPr marL="645750" indent="-285750">
              <a:lnSpc>
                <a:spcPct val="130000"/>
              </a:lnSpc>
              <a:buFont typeface="Arial" panose="020B0604020202020204" pitchFamily="34" charset="0"/>
              <a:buChar char="•"/>
              <a:defRPr sz="1800"/>
            </a:lvl2pPr>
            <a:lvl3pPr marL="1005750" indent="-285750">
              <a:lnSpc>
                <a:spcPct val="130000"/>
              </a:lnSpc>
              <a:buFont typeface="Arial" panose="020B0604020202020204" pitchFamily="34" charset="0"/>
              <a:buChar char="•"/>
              <a:defRPr sz="1800"/>
            </a:lvl3pPr>
            <a:lvl4pPr marL="1365750" indent="-285750">
              <a:lnSpc>
                <a:spcPct val="130000"/>
              </a:lnSpc>
              <a:buFont typeface="Arial" panose="020B0604020202020204" pitchFamily="34" charset="0"/>
              <a:buChar char="•"/>
              <a:defRPr sz="1800"/>
            </a:lvl4pPr>
            <a:lvl5pPr marL="1725750" indent="-285750">
              <a:lnSpc>
                <a:spcPct val="130000"/>
              </a:lnSpc>
              <a:buFont typeface="Arial" panose="020B0604020202020204" pitchFamily="34" charset="0"/>
              <a:buChar char="•"/>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id="{CBBE6897-C551-2BCB-F552-C4B761D2C77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50" name="Group 49">
              <a:extLst>
                <a:ext uri="{FF2B5EF4-FFF2-40B4-BE49-F238E27FC236}">
                  <a16:creationId xmlns:a16="http://schemas.microsoft.com/office/drawing/2014/main" id="{C8215B7C-A98D-6F6C-9039-6F2AAEEFDDD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84D4E7B-7775-1603-2C3F-5C26535772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6F97B093-B348-8A25-789A-743A43E9038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732DEA9-6233-9CDE-64C6-744FC6CD6E4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9274C521-E533-D3E5-CE64-E3A3AEC0FE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2C69CF99-91AA-9E24-24AE-5A89748B46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A35D6C12-B227-D277-0499-FA2765DB20A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01FCD87F-4621-47F3-CC5C-A1A8F67332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7C3364-8305-C08F-4132-18DA2D39BF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18093390-6F0E-5ED5-5DAF-40FF11548946}"/>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52" name="Group 51">
                <a:extLst>
                  <a:ext uri="{FF2B5EF4-FFF2-40B4-BE49-F238E27FC236}">
                    <a16:creationId xmlns:a16="http://schemas.microsoft.com/office/drawing/2014/main" id="{CEAA9FA7-0165-F161-72DC-F2E001FCF3A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9F185D91-004D-5474-3DD0-9153A2AEA2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D995CD54-9374-D2B3-957D-6925B750A6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EDCD4830-6A47-A59E-6569-B352E6D6617F}"/>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cxnSp>
        <p:nvCxnSpPr>
          <p:cNvPr id="89" name="Straight Connector 88">
            <a:extLst>
              <a:ext uri="{FF2B5EF4-FFF2-40B4-BE49-F238E27FC236}">
                <a16:creationId xmlns:a16="http://schemas.microsoft.com/office/drawing/2014/main" id="{000E8D63-E827-790A-519A-B36BFBDEB4B5}"/>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3"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33" name="Group 132">
            <a:extLst>
              <a:ext uri="{FF2B5EF4-FFF2-40B4-BE49-F238E27FC236}">
                <a16:creationId xmlns:a16="http://schemas.microsoft.com/office/drawing/2014/main" id="{A908D1ED-4589-9577-8D42-858F2E0054C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34" name="Group 133">
              <a:extLst>
                <a:ext uri="{FF2B5EF4-FFF2-40B4-BE49-F238E27FC236}">
                  <a16:creationId xmlns:a16="http://schemas.microsoft.com/office/drawing/2014/main" id="{2657C24A-988F-290D-0D82-858C3E574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40" name="Group 139">
                <a:extLst>
                  <a:ext uri="{FF2B5EF4-FFF2-40B4-BE49-F238E27FC236}">
                    <a16:creationId xmlns:a16="http://schemas.microsoft.com/office/drawing/2014/main" id="{3AB3F4C6-5635-3075-CCEA-4675932DD4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4" name="Straight Connector 143">
                  <a:extLst>
                    <a:ext uri="{FF2B5EF4-FFF2-40B4-BE49-F238E27FC236}">
                      <a16:creationId xmlns:a16="http://schemas.microsoft.com/office/drawing/2014/main" id="{02F5D12D-62A1-0F12-12B0-572BA5657EF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E47EADA3-585F-FC49-7481-AF5B4DA0939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6" name="Rectangle 30">
                  <a:extLst>
                    <a:ext uri="{FF2B5EF4-FFF2-40B4-BE49-F238E27FC236}">
                      <a16:creationId xmlns:a16="http://schemas.microsoft.com/office/drawing/2014/main" id="{DFB52899-BBD4-527C-5990-88BF84565D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ectangle 30">
                  <a:extLst>
                    <a:ext uri="{FF2B5EF4-FFF2-40B4-BE49-F238E27FC236}">
                      <a16:creationId xmlns:a16="http://schemas.microsoft.com/office/drawing/2014/main" id="{653A3527-A6E3-89A6-71ED-9A7D8EBA4C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1" name="Group 140">
                <a:extLst>
                  <a:ext uri="{FF2B5EF4-FFF2-40B4-BE49-F238E27FC236}">
                    <a16:creationId xmlns:a16="http://schemas.microsoft.com/office/drawing/2014/main" id="{CD03B7A9-CD70-40B9-650E-43C78D4F16F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42" name="Freeform: Shape 141">
                  <a:extLst>
                    <a:ext uri="{FF2B5EF4-FFF2-40B4-BE49-F238E27FC236}">
                      <a16:creationId xmlns:a16="http://schemas.microsoft.com/office/drawing/2014/main" id="{451CBB11-40F3-F130-BA91-6311C58CB1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3" name="Freeform: Shape 142">
                  <a:extLst>
                    <a:ext uri="{FF2B5EF4-FFF2-40B4-BE49-F238E27FC236}">
                      <a16:creationId xmlns:a16="http://schemas.microsoft.com/office/drawing/2014/main" id="{2CCB9535-280C-59F1-2408-AFAD8D1BE2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5" name="Group 134">
              <a:extLst>
                <a:ext uri="{FF2B5EF4-FFF2-40B4-BE49-F238E27FC236}">
                  <a16:creationId xmlns:a16="http://schemas.microsoft.com/office/drawing/2014/main" id="{44493786-0B0A-24D5-26A9-8E820E6AB8F3}"/>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36" name="Group 135">
                <a:extLst>
                  <a:ext uri="{FF2B5EF4-FFF2-40B4-BE49-F238E27FC236}">
                    <a16:creationId xmlns:a16="http://schemas.microsoft.com/office/drawing/2014/main" id="{F66FA07F-4726-2875-B812-6BCC5ABCC25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8" name="Freeform 68">
                  <a:extLst>
                    <a:ext uri="{FF2B5EF4-FFF2-40B4-BE49-F238E27FC236}">
                      <a16:creationId xmlns:a16="http://schemas.microsoft.com/office/drawing/2014/main" id="{A3457F2F-D92C-2F19-7ECB-5110F6A2BB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9" name="Freeform 69">
                  <a:extLst>
                    <a:ext uri="{FF2B5EF4-FFF2-40B4-BE49-F238E27FC236}">
                      <a16:creationId xmlns:a16="http://schemas.microsoft.com/office/drawing/2014/main" id="{6ABA0333-6EC3-6BEF-E476-C0072364AA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37" name="Line 70">
                <a:extLst>
                  <a:ext uri="{FF2B5EF4-FFF2-40B4-BE49-F238E27FC236}">
                    <a16:creationId xmlns:a16="http://schemas.microsoft.com/office/drawing/2014/main" id="{D9E689F1-3CC0-2CE6-27B1-34AA1949B9CB}"/>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6" name="Date Placeholder 3">
            <a:extLst>
              <a:ext uri="{FF2B5EF4-FFF2-40B4-BE49-F238E27FC236}">
                <a16:creationId xmlns:a16="http://schemas.microsoft.com/office/drawing/2014/main" id="{6811096D-7051-CD8E-3C9B-63077216B6FE}"/>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83375748-D6D7-A497-C19F-581BC093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31AC1AD6-D101-6CA6-45FC-DC48C0F32DC9}"/>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78445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Table">
    <p:spTree>
      <p:nvGrpSpPr>
        <p:cNvPr id="1" name=""/>
        <p:cNvGrpSpPr/>
        <p:nvPr/>
      </p:nvGrpSpPr>
      <p:grpSpPr>
        <a:xfrm>
          <a:off x="0" y="0"/>
          <a:ext cx="0" cy="0"/>
          <a:chOff x="0" y="0"/>
          <a:chExt cx="0" cy="0"/>
        </a:xfrm>
      </p:grpSpPr>
      <p:sp>
        <p:nvSpPr>
          <p:cNvPr id="4" name="Title 10">
            <a:extLst>
              <a:ext uri="{FF2B5EF4-FFF2-40B4-BE49-F238E27FC236}">
                <a16:creationId xmlns:a16="http://schemas.microsoft.com/office/drawing/2014/main" id="{08188DE9-5A5D-940E-A9B9-5CFB3A7C1A19}"/>
              </a:ext>
            </a:extLst>
          </p:cNvPr>
          <p:cNvSpPr>
            <a:spLocks noGrp="1"/>
          </p:cNvSpPr>
          <p:nvPr>
            <p:ph type="title" hasCustomPrompt="1"/>
          </p:nvPr>
        </p:nvSpPr>
        <p:spPr>
          <a:xfrm>
            <a:off x="568164" y="400049"/>
            <a:ext cx="11047042" cy="1185045"/>
          </a:xfrm>
        </p:spPr>
        <p:txBody>
          <a:bodyPr lIns="0">
            <a:normAutofit/>
          </a:bodyPr>
          <a:lstStyle>
            <a:lvl1pPr>
              <a:defRPr sz="3600"/>
            </a:lvl1pPr>
          </a:lstStyle>
          <a:p>
            <a:r>
              <a:rPr lang="en-US" dirty="0"/>
              <a:t>Click to add title</a:t>
            </a:r>
          </a:p>
        </p:txBody>
      </p:sp>
      <p:sp>
        <p:nvSpPr>
          <p:cNvPr id="5" name="Content Placeholder 2">
            <a:extLst>
              <a:ext uri="{FF2B5EF4-FFF2-40B4-BE49-F238E27FC236}">
                <a16:creationId xmlns:a16="http://schemas.microsoft.com/office/drawing/2014/main" id="{A134A48A-4B33-4D5B-B419-07841EB58903}"/>
              </a:ext>
            </a:extLst>
          </p:cNvPr>
          <p:cNvSpPr>
            <a:spLocks noGrp="1"/>
          </p:cNvSpPr>
          <p:nvPr>
            <p:ph idx="10" hasCustomPrompt="1"/>
          </p:nvPr>
        </p:nvSpPr>
        <p:spPr>
          <a:xfrm>
            <a:off x="568164" y="1997132"/>
            <a:ext cx="4105436" cy="4232218"/>
          </a:xfrm>
        </p:spPr>
        <p:txBody>
          <a:bodyPr lIns="0">
            <a:normAutofit/>
          </a:bodyPr>
          <a:lstStyle>
            <a:lvl1pPr marL="0" indent="0">
              <a:lnSpc>
                <a:spcPct val="130000"/>
              </a:lnSpc>
              <a:buNone/>
              <a:defRPr sz="1800"/>
            </a:lvl1pPr>
            <a:lvl2pPr marL="360000" indent="0">
              <a:lnSpc>
                <a:spcPct val="130000"/>
              </a:lnSpc>
              <a:buNone/>
              <a:defRPr sz="1800"/>
            </a:lvl2pPr>
            <a:lvl3pPr marL="720000" indent="0">
              <a:lnSpc>
                <a:spcPct val="130000"/>
              </a:lnSpc>
              <a:buNone/>
              <a:defRPr sz="1800"/>
            </a:lvl3pPr>
            <a:lvl4pPr marL="1080000" indent="0">
              <a:lnSpc>
                <a:spcPct val="130000"/>
              </a:lnSpc>
              <a:buNone/>
              <a:defRPr sz="1800"/>
            </a:lvl4pPr>
            <a:lvl5pPr marL="1440000" indent="0">
              <a:lnSpc>
                <a:spcPct val="130000"/>
              </a:lnSpc>
              <a:buNone/>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D84167E6-4D04-7A2D-23CD-96BBAF8BB091}"/>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4"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Date Placeholder 3">
            <a:extLst>
              <a:ext uri="{FF2B5EF4-FFF2-40B4-BE49-F238E27FC236}">
                <a16:creationId xmlns:a16="http://schemas.microsoft.com/office/drawing/2014/main" id="{BC648438-1E2A-193E-BB18-7CBA2B4929F7}"/>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704BF0ED-9E99-363F-C319-90444F339F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A5F4DA9D-3116-000E-0A7B-D7B93F32481B}"/>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
        <p:nvSpPr>
          <p:cNvPr id="10" name="Table Placeholder 9">
            <a:extLst>
              <a:ext uri="{FF2B5EF4-FFF2-40B4-BE49-F238E27FC236}">
                <a16:creationId xmlns:a16="http://schemas.microsoft.com/office/drawing/2014/main" id="{98CFB27C-609E-49B0-CA37-A6CCB5E9DC5C}"/>
              </a:ext>
            </a:extLst>
          </p:cNvPr>
          <p:cNvSpPr>
            <a:spLocks noGrp="1"/>
          </p:cNvSpPr>
          <p:nvPr>
            <p:ph type="tbl" sz="quarter" idx="11" hasCustomPrompt="1"/>
          </p:nvPr>
        </p:nvSpPr>
        <p:spPr>
          <a:xfrm>
            <a:off x="4833938" y="1997075"/>
            <a:ext cx="6781268" cy="4232218"/>
          </a:xfrm>
        </p:spPr>
        <p:txBody>
          <a:bodyPr/>
          <a:lstStyle>
            <a:lvl1pPr>
              <a:defRPr/>
            </a:lvl1pPr>
          </a:lstStyle>
          <a:p>
            <a:r>
              <a:rPr lang="en-US" dirty="0"/>
              <a:t>Click to add table</a:t>
            </a:r>
          </a:p>
        </p:txBody>
      </p:sp>
    </p:spTree>
    <p:extLst>
      <p:ext uri="{BB962C8B-B14F-4D97-AF65-F5344CB8AC3E}">
        <p14:creationId xmlns:p14="http://schemas.microsoft.com/office/powerpoint/2010/main" val="3826740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7630301" y="533292"/>
            <a:ext cx="4132469" cy="2213542"/>
          </a:xfrm>
        </p:spPr>
        <p:txBody>
          <a:bodyPr>
            <a:noAutofit/>
          </a:bodyPr>
          <a:lstStyle>
            <a:lvl1pPr algn="ctr">
              <a:defRPr sz="3600"/>
            </a:lvl1pPr>
          </a:lstStyle>
          <a:p>
            <a:r>
              <a:rPr lang="en-US" dirty="0"/>
              <a:t>Click to add title</a:t>
            </a:r>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98061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oup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97" name="Group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5" name="Group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oup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87" name="Group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47" name="Group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oup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Straight Connector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6" name="Group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48" name="Group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oup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9" name="Group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50" name="Group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oup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52" name="Group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Straight Connector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nvGrpSpPr>
            <p:cNvPr id="96" name="Group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oup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38" name="Group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8" name="Group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oup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Straight Connector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7" name="Group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99" name="Group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oup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0" name="Group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1" name="Group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oup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03" name="Group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Straight Connector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sp>
        <p:nvSpPr>
          <p:cNvPr id="4" name="Content Placeholder 3">
            <a:extLst>
              <a:ext uri="{FF2B5EF4-FFF2-40B4-BE49-F238E27FC236}">
                <a16:creationId xmlns:a16="http://schemas.microsoft.com/office/drawing/2014/main" id="{8F8E5FA1-697B-6FB5-4F63-346DF5F17039}"/>
              </a:ext>
            </a:extLst>
          </p:cNvPr>
          <p:cNvSpPr>
            <a:spLocks noGrp="1"/>
          </p:cNvSpPr>
          <p:nvPr>
            <p:ph sz="quarter" idx="15" hasCustomPrompt="1"/>
          </p:nvPr>
        </p:nvSpPr>
        <p:spPr>
          <a:xfrm>
            <a:off x="7630067" y="3219450"/>
            <a:ext cx="4128934" cy="3092780"/>
          </a:xfrm>
        </p:spPr>
        <p:txBody>
          <a:bodyPr/>
          <a:lstStyle>
            <a:lvl1pPr marL="0" indent="0" algn="ctr">
              <a:buNone/>
              <a:defRPr lang="en-US" sz="2000" kern="1200" spc="50" dirty="0" smtClean="0">
                <a:solidFill>
                  <a:schemeClr val="tx1">
                    <a:alpha val="60000"/>
                  </a:schemeClr>
                </a:solidFill>
                <a:latin typeface="+mn-lt"/>
                <a:ea typeface="+mn-ea"/>
                <a:cs typeface="Calibri"/>
              </a:defRPr>
            </a:lvl1pPr>
            <a:lvl2pPr marL="360000" indent="0">
              <a:buNone/>
              <a:defRPr lang="en-US" sz="2000" kern="1200" spc="50" dirty="0" smtClean="0">
                <a:solidFill>
                  <a:schemeClr val="tx1">
                    <a:alpha val="60000"/>
                  </a:schemeClr>
                </a:solidFill>
                <a:latin typeface="+mn-lt"/>
                <a:ea typeface="+mn-ea"/>
                <a:cs typeface="Calibri"/>
              </a:defRPr>
            </a:lvl2pPr>
            <a:lvl3pPr marL="720000" indent="0">
              <a:buNone/>
              <a:defRPr lang="en-US" sz="2000" kern="1200" spc="50" dirty="0" smtClean="0">
                <a:solidFill>
                  <a:schemeClr val="tx1">
                    <a:alpha val="60000"/>
                  </a:schemeClr>
                </a:solidFill>
                <a:latin typeface="+mn-lt"/>
                <a:ea typeface="+mn-ea"/>
                <a:cs typeface="Calibri"/>
              </a:defRPr>
            </a:lvl3pPr>
            <a:lvl4pPr marL="1080000" indent="0">
              <a:buNone/>
              <a:defRPr lang="en-US" sz="2000" kern="1200" spc="50" dirty="0" smtClean="0">
                <a:solidFill>
                  <a:schemeClr val="tx1">
                    <a:alpha val="60000"/>
                  </a:schemeClr>
                </a:solidFill>
                <a:latin typeface="+mn-lt"/>
                <a:ea typeface="+mn-ea"/>
                <a:cs typeface="Calibri"/>
              </a:defRPr>
            </a:lvl4pPr>
            <a:lvl5pPr marL="1440000" indent="0">
              <a:buNone/>
              <a:defRPr lang="en-US" sz="2000" kern="1200" spc="50" dirty="0">
                <a:solidFill>
                  <a:schemeClr val="tx1">
                    <a:alpha val="60000"/>
                  </a:schemeClr>
                </a:solidFill>
                <a:latin typeface="+mn-lt"/>
                <a:ea typeface="+mn-ea"/>
                <a:cs typeface="Calibri"/>
              </a:defRPr>
            </a:lvl5pPr>
          </a:lstStyle>
          <a:p>
            <a:pPr lvl="0"/>
            <a:r>
              <a:rPr lang="en-US" dirty="0"/>
              <a:t>Click to add text</a:t>
            </a:r>
          </a:p>
        </p:txBody>
      </p:sp>
    </p:spTree>
    <p:extLst>
      <p:ext uri="{BB962C8B-B14F-4D97-AF65-F5344CB8AC3E}">
        <p14:creationId xmlns:p14="http://schemas.microsoft.com/office/powerpoint/2010/main" val="11894668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298564"/>
            <a:ext cx="4650901" cy="6260873"/>
          </a:xfrm>
        </p:spPr>
        <p:txBody>
          <a:bodyPr anchor="ctr">
            <a:noAutofit/>
          </a:bodyPr>
          <a:lstStyle>
            <a:lvl1pPr algn="ctr">
              <a:defRPr sz="6000"/>
            </a:lvl1pPr>
          </a:lstStyle>
          <a:p>
            <a:r>
              <a:rPr lang="en-US" dirty="0"/>
              <a:t>Click to add title</a:t>
            </a:r>
          </a:p>
        </p:txBody>
      </p:sp>
      <p:grpSp>
        <p:nvGrpSpPr>
          <p:cNvPr id="6" name="Group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422912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r>
              <a:rPr lang="en-US"/>
              <a:t>20XX</a:t>
            </a:r>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8199903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9" r:id="rId14"/>
    <p:sldLayoutId id="2147483714" r:id="rId15"/>
    <p:sldLayoutId id="2147483717" r:id="rId16"/>
    <p:sldLayoutId id="2147483672" r:id="rId17"/>
  </p:sldLayoutIdLst>
  <p:hf sldNum="0" hdr="0" ftr="0" dt="0"/>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2" orient="horz" pos="2160">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2" pos="3840">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s://incidentdatabase.ai/cite/92"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hyperlink" Target="https://www.conference-board.org/publications/explainability-in-ai" TargetMode="External"/><Relationship Id="rId5" Type="http://schemas.openxmlformats.org/officeDocument/2006/relationships/hyperlink" Target="https://doi.org/10.1371/journal.pone.0204056" TargetMode="External"/><Relationship Id="rId4" Type="http://schemas.openxmlformats.org/officeDocument/2006/relationships/hyperlink" Target="https://web.stanford.edu/~jurafsky/slp3/5.pdf"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ED78F-7C1F-E0E6-6700-FA22C7968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7B63D-B43F-0FC7-EA5A-03F7D91F7D58}"/>
              </a:ext>
            </a:extLst>
          </p:cNvPr>
          <p:cNvSpPr>
            <a:spLocks noGrp="1"/>
          </p:cNvSpPr>
          <p:nvPr>
            <p:ph type="title"/>
          </p:nvPr>
        </p:nvSpPr>
        <p:spPr>
          <a:xfrm>
            <a:off x="771831" y="1777180"/>
            <a:ext cx="10795820" cy="3303639"/>
          </a:xfrm>
        </p:spPr>
        <p:txBody>
          <a:bodyPr>
            <a:noAutofit/>
          </a:bodyPr>
          <a:lstStyle/>
          <a:p>
            <a:pPr marL="215900" marR="215900" algn="ctr">
              <a:lnSpc>
                <a:spcPct val="150000"/>
              </a:lnSpc>
            </a:pPr>
            <a:br>
              <a:rPr lang="en-US" sz="2000" b="1" dirty="0">
                <a:effectLst/>
                <a:latin typeface="Arial Black" panose="020B0A04020102020204" pitchFamily="34" charset="0"/>
                <a:ea typeface="Times New Roman" panose="02020603050405020304" pitchFamily="18" charset="0"/>
                <a:cs typeface="Times New Roman" panose="02020603050405020304" pitchFamily="18" charset="0"/>
              </a:rPr>
            </a:br>
            <a:r>
              <a:rPr lang="en-US" sz="2400" dirty="0">
                <a:effectLst/>
                <a:latin typeface="Arial Black" panose="020B0A04020102020204" pitchFamily="34" charset="0"/>
                <a:ea typeface="Times New Roman" panose="02020603050405020304" pitchFamily="18" charset="0"/>
                <a:cs typeface="Times New Roman" panose="02020603050405020304" pitchFamily="18" charset="0"/>
              </a:rPr>
              <a:t>Assessing </a:t>
            </a:r>
            <a: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t>the Impact of Documenting Dataset Characteristics</a:t>
            </a:r>
            <a:b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br>
            <a: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t>—Homogeneity Composition and Data Sparsity—</a:t>
            </a:r>
            <a:b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br>
            <a: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t>on AI Model Transparency, Fairness, and Bias Evaluation</a:t>
            </a:r>
            <a:b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br>
            <a:b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br>
            <a:r>
              <a:rPr lang="en-ID" sz="1800" dirty="0">
                <a:effectLst/>
                <a:latin typeface="Arial Black" panose="020B0A04020102020204" pitchFamily="34" charset="0"/>
                <a:ea typeface="Times New Roman" panose="02020603050405020304" pitchFamily="18" charset="0"/>
                <a:cs typeface="Times New Roman" panose="02020603050405020304" pitchFamily="18" charset="0"/>
              </a:rPr>
              <a:t>Examining Bias and Unfairness in Explainable Artificial Intelligence (XAI) Due to Imbalanced Training Data and Misleading Effects of Small Sample Sizes</a:t>
            </a:r>
            <a:br>
              <a:rPr lang="en-ID" sz="1800" dirty="0">
                <a:effectLst/>
                <a:latin typeface="Arial Black" panose="020B0A04020102020204" pitchFamily="34" charset="0"/>
                <a:ea typeface="MS Gothic" panose="020B0609070205080204" pitchFamily="49" charset="-128"/>
                <a:cs typeface="Times New Roman" panose="02020603050405020304" pitchFamily="18" charset="0"/>
              </a:rPr>
            </a:br>
            <a:endParaRPr lang="en-US" sz="2000" dirty="0"/>
          </a:p>
        </p:txBody>
      </p:sp>
      <p:pic>
        <p:nvPicPr>
          <p:cNvPr id="3" name="Picture 2" descr="A black and white logo&#10;&#10;Description automatically generated">
            <a:extLst>
              <a:ext uri="{FF2B5EF4-FFF2-40B4-BE49-F238E27FC236}">
                <a16:creationId xmlns:a16="http://schemas.microsoft.com/office/drawing/2014/main" id="{3D9A6379-845A-C9DD-6337-6C739BF899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480" y="298563"/>
            <a:ext cx="2880268" cy="1338478"/>
          </a:xfrm>
          <a:prstGeom prst="rect">
            <a:avLst/>
          </a:prstGeom>
        </p:spPr>
      </p:pic>
      <p:sp>
        <p:nvSpPr>
          <p:cNvPr id="5" name="TextBox 4">
            <a:extLst>
              <a:ext uri="{FF2B5EF4-FFF2-40B4-BE49-F238E27FC236}">
                <a16:creationId xmlns:a16="http://schemas.microsoft.com/office/drawing/2014/main" id="{CD0233E0-A837-E766-6E8F-08EF9F12BD22}"/>
              </a:ext>
            </a:extLst>
          </p:cNvPr>
          <p:cNvSpPr txBox="1"/>
          <p:nvPr/>
        </p:nvSpPr>
        <p:spPr>
          <a:xfrm>
            <a:off x="9576619" y="5766308"/>
            <a:ext cx="1991032" cy="369021"/>
          </a:xfrm>
          <a:prstGeom prst="rect">
            <a:avLst/>
          </a:prstGeom>
          <a:noFill/>
        </p:spPr>
        <p:txBody>
          <a:bodyPr wrap="square">
            <a:spAutoFit/>
          </a:bodyPr>
          <a:lstStyle/>
          <a:p>
            <a:r>
              <a:rPr lang="de-DE" sz="1800" dirty="0">
                <a:latin typeface="Arial" panose="020B0604020202020204" pitchFamily="34" charset="0"/>
                <a:cs typeface="Arial" panose="020B0604020202020204" pitchFamily="34" charset="0"/>
              </a:rPr>
              <a:t>Purwadi, Henny</a:t>
            </a:r>
          </a:p>
        </p:txBody>
      </p:sp>
    </p:spTree>
    <p:extLst>
      <p:ext uri="{BB962C8B-B14F-4D97-AF65-F5344CB8AC3E}">
        <p14:creationId xmlns:p14="http://schemas.microsoft.com/office/powerpoint/2010/main" val="1092454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B9604C4-0D00-8535-09DC-770EC9C86FB3}"/>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FFCC25-AE7E-CF7B-8BD5-55FE2A21AC1A}"/>
              </a:ext>
            </a:extLst>
          </p:cNvPr>
          <p:cNvSpPr>
            <a:spLocks noGrp="1"/>
          </p:cNvSpPr>
          <p:nvPr>
            <p:ph type="title"/>
          </p:nvPr>
        </p:nvSpPr>
        <p:spPr>
          <a:xfrm>
            <a:off x="4823012" y="395289"/>
            <a:ext cx="2495187" cy="626687"/>
          </a:xfrm>
        </p:spPr>
        <p:txBody>
          <a:bodyPr vert="horz" lIns="91440" tIns="45720" rIns="91440" bIns="45720" rtlCol="0" anchor="b" anchorCtr="0">
            <a:normAutofit/>
          </a:bodyPr>
          <a:lstStyle/>
          <a:p>
            <a:pPr algn="ctr"/>
            <a:r>
              <a:rPr lang="en-US" sz="3200" kern="1200" cap="none" spc="0" baseline="0" dirty="0">
                <a:solidFill>
                  <a:schemeClr val="tx1"/>
                </a:solidFill>
                <a:latin typeface="+mj-lt"/>
                <a:ea typeface="+mj-ea"/>
                <a:cs typeface="+mj-cs"/>
              </a:rPr>
              <a:t>Abstract</a:t>
            </a:r>
          </a:p>
        </p:txBody>
      </p:sp>
      <p:cxnSp>
        <p:nvCxnSpPr>
          <p:cNvPr id="27" name="Straight Connector 26">
            <a:extLst>
              <a:ext uri="{FF2B5EF4-FFF2-40B4-BE49-F238E27FC236}">
                <a16:creationId xmlns:a16="http://schemas.microsoft.com/office/drawing/2014/main" id="{C05D45D7-984D-4CDD-B1BC-0CF407C72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2485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13" name="Content Placeholder 1">
            <a:extLst>
              <a:ext uri="{FF2B5EF4-FFF2-40B4-BE49-F238E27FC236}">
                <a16:creationId xmlns:a16="http://schemas.microsoft.com/office/drawing/2014/main" id="{3CF6386A-D2A0-E06E-0F63-F948383AB73B}"/>
              </a:ext>
            </a:extLst>
          </p:cNvPr>
          <p:cNvGraphicFramePr>
            <a:graphicFrameLocks noGrp="1"/>
          </p:cNvGraphicFramePr>
          <p:nvPr>
            <p:ph idx="10"/>
            <p:extLst>
              <p:ext uri="{D42A27DB-BD31-4B8C-83A1-F6EECF244321}">
                <p14:modId xmlns:p14="http://schemas.microsoft.com/office/powerpoint/2010/main" val="3514280902"/>
              </p:ext>
            </p:extLst>
          </p:nvPr>
        </p:nvGraphicFramePr>
        <p:xfrm>
          <a:off x="989399" y="1153459"/>
          <a:ext cx="10264289" cy="53092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4671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990000" y="946800"/>
            <a:ext cx="2802386" cy="4689475"/>
          </a:xfrm>
        </p:spPr>
        <p:txBody>
          <a:bodyPr vert="horz" lIns="91440" tIns="45720" rIns="91440" bIns="45720" rtlCol="0" anchor="t" anchorCtr="0">
            <a:normAutofit/>
          </a:bodyPr>
          <a:lstStyle/>
          <a:p>
            <a:pPr algn="l"/>
            <a:r>
              <a:rPr lang="en-US" sz="4800" kern="1200" cap="none" spc="0" baseline="0" dirty="0">
                <a:solidFill>
                  <a:schemeClr val="tx1"/>
                </a:solidFill>
                <a:latin typeface="+mj-lt"/>
                <a:ea typeface="+mj-ea"/>
                <a:cs typeface="+mj-cs"/>
              </a:rPr>
              <a:t>Agenda</a:t>
            </a:r>
          </a:p>
        </p:txBody>
      </p:sp>
      <p:cxnSp>
        <p:nvCxnSpPr>
          <p:cNvPr id="16" name="Straight Connector 15">
            <a:extLst>
              <a:ext uri="{FF2B5EF4-FFF2-40B4-BE49-F238E27FC236}">
                <a16:creationId xmlns:a16="http://schemas.microsoft.com/office/drawing/2014/main" id="{9B4757C4-228A-47E5-94C8-058312AB27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323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17" name="Content Placeholder 2">
            <a:extLst>
              <a:ext uri="{FF2B5EF4-FFF2-40B4-BE49-F238E27FC236}">
                <a16:creationId xmlns:a16="http://schemas.microsoft.com/office/drawing/2014/main" id="{13252F84-4CD8-C2FE-4E2D-31729643FEEC}"/>
              </a:ext>
            </a:extLst>
          </p:cNvPr>
          <p:cNvGraphicFramePr>
            <a:graphicFrameLocks noGrp="1"/>
          </p:cNvGraphicFramePr>
          <p:nvPr>
            <p:ph sz="quarter" idx="15"/>
            <p:extLst>
              <p:ext uri="{D42A27DB-BD31-4B8C-83A1-F6EECF244321}">
                <p14:modId xmlns:p14="http://schemas.microsoft.com/office/powerpoint/2010/main" val="3394801744"/>
              </p:ext>
            </p:extLst>
          </p:nvPr>
        </p:nvGraphicFramePr>
        <p:xfrm>
          <a:off x="4982215" y="537330"/>
          <a:ext cx="6668792"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560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338DD-1229-EF25-902F-4A7CC5396A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D98D0D6-27F3-92BF-D310-E3157DA997E2}"/>
              </a:ext>
            </a:extLst>
          </p:cNvPr>
          <p:cNvSpPr>
            <a:spLocks noGrp="1"/>
          </p:cNvSpPr>
          <p:nvPr>
            <p:ph type="title"/>
          </p:nvPr>
        </p:nvSpPr>
        <p:spPr>
          <a:xfrm>
            <a:off x="3684544" y="1552471"/>
            <a:ext cx="4636800" cy="2138400"/>
          </a:xfrm>
        </p:spPr>
        <p:txBody>
          <a:bodyPr vert="horz" lIns="91440" tIns="45720" rIns="91440" bIns="45720" rtlCol="0" anchor="b" anchorCtr="0">
            <a:normAutofit/>
          </a:bodyPr>
          <a:lstStyle/>
          <a:p>
            <a:r>
              <a:rPr lang="en-US" dirty="0"/>
              <a:t>01. Introduction</a:t>
            </a:r>
          </a:p>
        </p:txBody>
      </p:sp>
    </p:spTree>
    <p:extLst>
      <p:ext uri="{BB962C8B-B14F-4D97-AF65-F5344CB8AC3E}">
        <p14:creationId xmlns:p14="http://schemas.microsoft.com/office/powerpoint/2010/main" val="112908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559" name="Straight Connector 558">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561" name="Group 560">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562" name="Group 561">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64"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5"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63"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567" name="Rectangle 566">
            <a:extLst>
              <a:ext uri="{FF2B5EF4-FFF2-40B4-BE49-F238E27FC236}">
                <a16:creationId xmlns:a16="http://schemas.microsoft.com/office/drawing/2014/main" id="{2E61ADD4-967B-4465-8688-0530A73F6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a:xfrm>
            <a:off x="1525068" y="1096965"/>
            <a:ext cx="9500184" cy="2574668"/>
          </a:xfrm>
        </p:spPr>
        <p:txBody>
          <a:bodyPr vert="horz" lIns="91440" tIns="45720" rIns="91440" bIns="45720" rtlCol="0" anchor="b" anchorCtr="0">
            <a:normAutofit fontScale="90000"/>
          </a:bodyPr>
          <a:lstStyle/>
          <a:p>
            <a:pPr>
              <a:lnSpc>
                <a:spcPct val="90000"/>
              </a:lnSpc>
            </a:pPr>
            <a:r>
              <a:rPr lang="en-US" sz="2800" dirty="0"/>
              <a:t>This study proposes the incorporation of dataset characteristics to be documented into Responsible AI and Explainable AI (XAI) practices, </a:t>
            </a:r>
            <a:br>
              <a:rPr lang="en-US" sz="2800" dirty="0"/>
            </a:br>
            <a:r>
              <a:rPr lang="en-US" sz="2800" dirty="0"/>
              <a:t>especially the </a:t>
            </a:r>
            <a:r>
              <a:rPr lang="en-US" sz="2800" b="1" dirty="0"/>
              <a:t>homogeneity composition</a:t>
            </a:r>
            <a:r>
              <a:rPr lang="en-US" sz="2800" dirty="0"/>
              <a:t>, whether the dataset is balanced or imbalanced, </a:t>
            </a:r>
            <a:br>
              <a:rPr lang="en-US" sz="2800" dirty="0"/>
            </a:br>
            <a:r>
              <a:rPr lang="en-US" sz="2800" dirty="0"/>
              <a:t>and </a:t>
            </a:r>
            <a:r>
              <a:rPr lang="en-US" sz="2800" b="1" dirty="0"/>
              <a:t>data sparsity</a:t>
            </a:r>
            <a:r>
              <a:rPr lang="en-US" sz="2800" dirty="0"/>
              <a:t>, whether small or large samples, </a:t>
            </a:r>
            <a:br>
              <a:rPr lang="en-US" sz="2800" dirty="0"/>
            </a:br>
            <a:r>
              <a:rPr lang="en-US" sz="2800" dirty="0"/>
              <a:t>for transparency at both the data and model levels</a:t>
            </a:r>
          </a:p>
        </p:txBody>
      </p:sp>
      <p:grpSp>
        <p:nvGrpSpPr>
          <p:cNvPr id="569" name="Group 568">
            <a:extLst>
              <a:ext uri="{FF2B5EF4-FFF2-40B4-BE49-F238E27FC236}">
                <a16:creationId xmlns:a16="http://schemas.microsoft.com/office/drawing/2014/main" id="{D9ED822D-7562-43BC-A300-9D43D8263D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9286248" y="3861832"/>
            <a:ext cx="1785984" cy="2211229"/>
            <a:chOff x="3125006" y="3171595"/>
            <a:chExt cx="1785984" cy="2211229"/>
          </a:xfrm>
        </p:grpSpPr>
        <p:grpSp>
          <p:nvGrpSpPr>
            <p:cNvPr id="570" name="Group 569">
              <a:extLst>
                <a:ext uri="{FF2B5EF4-FFF2-40B4-BE49-F238E27FC236}">
                  <a16:creationId xmlns:a16="http://schemas.microsoft.com/office/drawing/2014/main" id="{F8C91660-E81E-4AAD-B70B-605E5E42221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574" name="Straight Connector 573">
                <a:extLst>
                  <a:ext uri="{FF2B5EF4-FFF2-40B4-BE49-F238E27FC236}">
                    <a16:creationId xmlns:a16="http://schemas.microsoft.com/office/drawing/2014/main" id="{D194AEDB-F6EE-45F1-9F46-64DBFF493E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6B1E50E8-4E3B-4B94-8730-E3D19EDA49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576" name="Rectangle 30">
                <a:extLst>
                  <a:ext uri="{FF2B5EF4-FFF2-40B4-BE49-F238E27FC236}">
                    <a16:creationId xmlns:a16="http://schemas.microsoft.com/office/drawing/2014/main" id="{26410BD7-35AF-4199-9AC4-98CEC7E5AE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Rectangle 30">
                <a:extLst>
                  <a:ext uri="{FF2B5EF4-FFF2-40B4-BE49-F238E27FC236}">
                    <a16:creationId xmlns:a16="http://schemas.microsoft.com/office/drawing/2014/main" id="{E5036267-609C-410F-9B65-FDD5A224B1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1" name="Group 570">
              <a:extLst>
                <a:ext uri="{FF2B5EF4-FFF2-40B4-BE49-F238E27FC236}">
                  <a16:creationId xmlns:a16="http://schemas.microsoft.com/office/drawing/2014/main" id="{264022BE-FC1A-442A-AECD-D1D3476BC57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72" name="Freeform: Shape 571">
                <a:extLst>
                  <a:ext uri="{FF2B5EF4-FFF2-40B4-BE49-F238E27FC236}">
                    <a16:creationId xmlns:a16="http://schemas.microsoft.com/office/drawing/2014/main" id="{BDF8A574-060D-4A44-AA43-D2E14254B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573" name="Freeform: Shape 572">
                <a:extLst>
                  <a:ext uri="{FF2B5EF4-FFF2-40B4-BE49-F238E27FC236}">
                    <a16:creationId xmlns:a16="http://schemas.microsoft.com/office/drawing/2014/main" id="{90E512AF-C8D4-473B-A1AC-F44B9478C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579" name="Straight Connector 578">
            <a:extLst>
              <a:ext uri="{FF2B5EF4-FFF2-40B4-BE49-F238E27FC236}">
                <a16:creationId xmlns:a16="http://schemas.microsoft.com/office/drawing/2014/main" id="{52A8EF8A-6DD1-434A-9E4F-EFD86A15E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173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D291F2-4F3B-9988-830C-3A03B6B27807}"/>
              </a:ext>
            </a:extLst>
          </p:cNvPr>
          <p:cNvSpPr>
            <a:spLocks noGrp="1"/>
          </p:cNvSpPr>
          <p:nvPr>
            <p:ph type="title"/>
          </p:nvPr>
        </p:nvSpPr>
        <p:spPr>
          <a:xfrm>
            <a:off x="568163" y="896578"/>
            <a:ext cx="8624998" cy="828983"/>
          </a:xfrm>
        </p:spPr>
        <p:txBody>
          <a:bodyPr>
            <a:normAutofit/>
          </a:bodyPr>
          <a:lstStyle/>
          <a:p>
            <a:r>
              <a:rPr lang="en-US" dirty="0"/>
              <a:t>Research Questions</a:t>
            </a:r>
          </a:p>
        </p:txBody>
      </p:sp>
      <p:sp>
        <p:nvSpPr>
          <p:cNvPr id="2" name="Content Placeholder 1">
            <a:extLst>
              <a:ext uri="{FF2B5EF4-FFF2-40B4-BE49-F238E27FC236}">
                <a16:creationId xmlns:a16="http://schemas.microsoft.com/office/drawing/2014/main" id="{C3957EAB-1A32-A2FE-6656-37F9DA322CC7}"/>
              </a:ext>
            </a:extLst>
          </p:cNvPr>
          <p:cNvSpPr>
            <a:spLocks noGrp="1"/>
          </p:cNvSpPr>
          <p:nvPr>
            <p:ph idx="10"/>
          </p:nvPr>
        </p:nvSpPr>
        <p:spPr>
          <a:xfrm>
            <a:off x="568163" y="1997132"/>
            <a:ext cx="11338702" cy="4232218"/>
          </a:xfrm>
        </p:spPr>
        <p:txBody>
          <a:bodyPr>
            <a:noAutofit/>
          </a:bodyPr>
          <a:lstStyle/>
          <a:p>
            <a:r>
              <a:rPr lang="en-US" sz="2000" dirty="0"/>
              <a:t>1.How does the documentation of dataset homogeneity composition (balance vs. imbalanced) impact the AI model transparency and fairness in decision-making systems? </a:t>
            </a:r>
          </a:p>
          <a:p>
            <a:endParaRPr lang="en-US" sz="2000" dirty="0"/>
          </a:p>
          <a:p>
            <a:r>
              <a:rPr lang="en-US" sz="2000" dirty="0"/>
              <a:t>2. What is the relationship between data sparsity/ dataset’s size and the bias evaluation in AI models, when the training data is imbalanced ?</a:t>
            </a:r>
          </a:p>
          <a:p>
            <a:endParaRPr lang="en-US" sz="2000" dirty="0"/>
          </a:p>
          <a:p>
            <a:r>
              <a:rPr lang="en-US" sz="2000" dirty="0"/>
              <a:t>3. How do small sample sizes mislead bias evaluation, and what are the implications for models trained on imbalanced datasets?</a:t>
            </a:r>
          </a:p>
        </p:txBody>
      </p:sp>
    </p:spTree>
    <p:extLst>
      <p:ext uri="{BB962C8B-B14F-4D97-AF65-F5344CB8AC3E}">
        <p14:creationId xmlns:p14="http://schemas.microsoft.com/office/powerpoint/2010/main" val="1944867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5E315CA-A0B7-425D-892D-BFF38AA4C552}"/>
            </a:ext>
          </a:extLst>
        </p:cNvPr>
        <p:cNvGrpSpPr/>
        <p:nvPr/>
      </p:nvGrpSpPr>
      <p:grpSpPr>
        <a:xfrm>
          <a:off x="0" y="0"/>
          <a:ext cx="0" cy="0"/>
          <a:chOff x="0" y="0"/>
          <a:chExt cx="0" cy="0"/>
        </a:xfrm>
      </p:grpSpPr>
      <p:cxnSp>
        <p:nvCxnSpPr>
          <p:cNvPr id="151" name="Straight Connector 150">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53" name="Group 152">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4" name="Group 153">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56"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55"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59" name="Rectangle 158">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A0E575EC-BB21-FC15-B4F0-03CC8742FA56}"/>
              </a:ext>
            </a:extLst>
          </p:cNvPr>
          <p:cNvSpPr>
            <a:spLocks noGrp="1"/>
          </p:cNvSpPr>
          <p:nvPr>
            <p:ph type="title"/>
          </p:nvPr>
        </p:nvSpPr>
        <p:spPr>
          <a:xfrm>
            <a:off x="3783264" y="1552471"/>
            <a:ext cx="4636800" cy="2138400"/>
          </a:xfrm>
        </p:spPr>
        <p:txBody>
          <a:bodyPr vert="horz" lIns="91440" tIns="45720" rIns="91440" bIns="45720" rtlCol="0" anchor="b" anchorCtr="0">
            <a:normAutofit/>
          </a:bodyPr>
          <a:lstStyle/>
          <a:p>
            <a:r>
              <a:rPr lang="en-US" dirty="0"/>
              <a:t>02. Literature Review</a:t>
            </a:r>
          </a:p>
        </p:txBody>
      </p:sp>
      <p:grpSp>
        <p:nvGrpSpPr>
          <p:cNvPr id="161" name="Group 160">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162" name="Group 161">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181"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0"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95" name="Group 194">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96"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7"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8"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9"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0"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1"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2"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3" name="Group 162">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73" name="Group 172">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77" name="Straight Connector 176">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9"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oup 173">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75" name="Freeform: Shape 174">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76" name="Freeform: Shape 175">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64" name="Group 163">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65" name="Group 164">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70"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2"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6" name="Group 165">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67"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9"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204" name="Straight Connector 203">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206" name="Group 205">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207" name="Group 206">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26"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5"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0" name="Group 239">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1"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2"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3"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4"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5"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6"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7"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08" name="Group 207">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218" name="Group 217">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2" name="Straight Connector 221">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4"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9" name="Group 218">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20" name="Freeform: Shape 219">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1" name="Freeform: Shape 220">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09" name="Group 208">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10" name="Group 209">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215"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7"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11" name="Group 210">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12"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4"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388164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9CB65-199F-4509-70B0-8C09776D27F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18CB3D-A120-3841-ED12-91089139C00E}"/>
              </a:ext>
            </a:extLst>
          </p:cNvPr>
          <p:cNvSpPr>
            <a:spLocks noGrp="1"/>
          </p:cNvSpPr>
          <p:nvPr>
            <p:ph type="title"/>
          </p:nvPr>
        </p:nvSpPr>
        <p:spPr>
          <a:xfrm>
            <a:off x="568163" y="896578"/>
            <a:ext cx="8624998" cy="828983"/>
          </a:xfrm>
        </p:spPr>
        <p:txBody>
          <a:bodyPr>
            <a:normAutofit/>
          </a:bodyPr>
          <a:lstStyle/>
          <a:p>
            <a:r>
              <a:rPr lang="en-US" dirty="0"/>
              <a:t>2.1. Overview of Relevant Previous Study</a:t>
            </a:r>
          </a:p>
        </p:txBody>
      </p:sp>
      <p:sp>
        <p:nvSpPr>
          <p:cNvPr id="2" name="Content Placeholder 1">
            <a:extLst>
              <a:ext uri="{FF2B5EF4-FFF2-40B4-BE49-F238E27FC236}">
                <a16:creationId xmlns:a16="http://schemas.microsoft.com/office/drawing/2014/main" id="{2906890D-E196-1E96-E7FA-444F14131579}"/>
              </a:ext>
            </a:extLst>
          </p:cNvPr>
          <p:cNvSpPr>
            <a:spLocks noGrp="1"/>
          </p:cNvSpPr>
          <p:nvPr>
            <p:ph idx="10"/>
          </p:nvPr>
        </p:nvSpPr>
        <p:spPr>
          <a:xfrm>
            <a:off x="568163" y="2153264"/>
            <a:ext cx="11338702" cy="3943350"/>
          </a:xfrm>
        </p:spPr>
        <p:txBody>
          <a:bodyPr>
            <a:noAutofit/>
          </a:bodyPr>
          <a:lstStyle/>
          <a:p>
            <a:pPr marL="0" indent="0" algn="just">
              <a:buNone/>
            </a:pPr>
            <a:r>
              <a:rPr lang="en-US" sz="2000" dirty="0"/>
              <a:t>Based on research studied by Miao, Y., Cao, H., and Tang, M. (2022), the </a:t>
            </a:r>
            <a:r>
              <a:rPr lang="en-US" sz="2000" b="1" dirty="0"/>
              <a:t>imbalance ratio (IR) influences the performance and stability of the model.</a:t>
            </a:r>
            <a:r>
              <a:rPr lang="en-US" sz="2000" dirty="0"/>
              <a:t> The models like Logistic Regression, Decision Trees, and Support Vector Classifiers show less stability, while Naive Bayes, Random Forests, and Gradient Boosting Decision Trees showed more stable performance.</a:t>
            </a:r>
          </a:p>
          <a:p>
            <a:pPr marL="0" indent="0" algn="just">
              <a:buNone/>
            </a:pPr>
            <a:endParaRPr lang="en-US" sz="2000" dirty="0"/>
          </a:p>
          <a:p>
            <a:pPr marL="0" indent="0" algn="just">
              <a:buNone/>
            </a:pPr>
            <a:r>
              <a:rPr lang="en-US" sz="2000" dirty="0"/>
              <a:t>The study by Lin (2018) with title "Bias caused by sampling error in meta-analysis with small sample sizes" warned that </a:t>
            </a:r>
            <a:r>
              <a:rPr lang="en-US" sz="2000" b="1" dirty="0"/>
              <a:t>too small sample sizes can create significant bias</a:t>
            </a:r>
            <a:r>
              <a:rPr lang="en-US" sz="2000" dirty="0"/>
              <a:t>. </a:t>
            </a:r>
          </a:p>
        </p:txBody>
      </p:sp>
    </p:spTree>
    <p:extLst>
      <p:ext uri="{BB962C8B-B14F-4D97-AF65-F5344CB8AC3E}">
        <p14:creationId xmlns:p14="http://schemas.microsoft.com/office/powerpoint/2010/main" val="827485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251753B-41F8-E281-6325-C8AFF6F1BFA7}"/>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 name="Title 2">
            <a:extLst>
              <a:ext uri="{FF2B5EF4-FFF2-40B4-BE49-F238E27FC236}">
                <a16:creationId xmlns:a16="http://schemas.microsoft.com/office/drawing/2014/main" id="{DBE2AB24-F54E-1B89-58D3-50B76EFC1585}"/>
              </a:ext>
            </a:extLst>
          </p:cNvPr>
          <p:cNvSpPr>
            <a:spLocks noGrp="1"/>
          </p:cNvSpPr>
          <p:nvPr>
            <p:ph type="title"/>
          </p:nvPr>
        </p:nvSpPr>
        <p:spPr>
          <a:xfrm>
            <a:off x="1078100" y="542671"/>
            <a:ext cx="10026650" cy="1124202"/>
          </a:xfrm>
        </p:spPr>
        <p:txBody>
          <a:bodyPr vert="horz" wrap="square" lIns="91440" tIns="45720" rIns="91440" bIns="45720" rtlCol="0" anchor="ctr" anchorCtr="0">
            <a:normAutofit/>
          </a:bodyPr>
          <a:lstStyle/>
          <a:p>
            <a:pPr algn="ctr"/>
            <a:r>
              <a:rPr lang="en-US" sz="3200" kern="1200" cap="none" spc="0" baseline="0" dirty="0">
                <a:solidFill>
                  <a:schemeClr val="tx1"/>
                </a:solidFill>
                <a:latin typeface="+mj-lt"/>
                <a:ea typeface="+mj-ea"/>
                <a:cs typeface="+mj-cs"/>
              </a:rPr>
              <a:t>2.2. Terminology and Definition</a:t>
            </a:r>
          </a:p>
        </p:txBody>
      </p:sp>
      <p:sp>
        <p:nvSpPr>
          <p:cNvPr id="18" name="Rectangle 17">
            <a:extLst>
              <a:ext uri="{FF2B5EF4-FFF2-40B4-BE49-F238E27FC236}">
                <a16:creationId xmlns:a16="http://schemas.microsoft.com/office/drawing/2014/main" id="{F883A8D1-ED1B-47A1-AA44-289C080ED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52664"/>
            <a:ext cx="12192000" cy="4605336"/>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5" name="Content Placeholder 1">
            <a:extLst>
              <a:ext uri="{FF2B5EF4-FFF2-40B4-BE49-F238E27FC236}">
                <a16:creationId xmlns:a16="http://schemas.microsoft.com/office/drawing/2014/main" id="{D046FF77-D615-82CA-76BB-C9D7BFC77877}"/>
              </a:ext>
            </a:extLst>
          </p:cNvPr>
          <p:cNvGraphicFramePr>
            <a:graphicFrameLocks noGrp="1"/>
          </p:cNvGraphicFramePr>
          <p:nvPr>
            <p:ph idx="10"/>
            <p:extLst>
              <p:ext uri="{D42A27DB-BD31-4B8C-83A1-F6EECF244321}">
                <p14:modId xmlns:p14="http://schemas.microsoft.com/office/powerpoint/2010/main" val="3056291699"/>
              </p:ext>
            </p:extLst>
          </p:nvPr>
        </p:nvGraphicFramePr>
        <p:xfrm>
          <a:off x="541338" y="2843212"/>
          <a:ext cx="11109674" cy="34721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1029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608AF5F-AB6D-95BB-08E2-AEA4DCE685EA}"/>
            </a:ext>
          </a:extLst>
        </p:cNvPr>
        <p:cNvGrpSpPr/>
        <p:nvPr/>
      </p:nvGrpSpPr>
      <p:grpSpPr>
        <a:xfrm>
          <a:off x="0" y="0"/>
          <a:ext cx="0" cy="0"/>
          <a:chOff x="0" y="0"/>
          <a:chExt cx="0" cy="0"/>
        </a:xfrm>
      </p:grpSpPr>
      <p:cxnSp>
        <p:nvCxnSpPr>
          <p:cNvPr id="151" name="Straight Connector 150">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53" name="Group 152">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4" name="Group 153">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56"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55"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59" name="Rectangle 158">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EBB5BAC5-7527-C7C9-1036-08BC3AB5B514}"/>
              </a:ext>
            </a:extLst>
          </p:cNvPr>
          <p:cNvSpPr>
            <a:spLocks noGrp="1"/>
          </p:cNvSpPr>
          <p:nvPr>
            <p:ph type="title"/>
          </p:nvPr>
        </p:nvSpPr>
        <p:spPr>
          <a:xfrm>
            <a:off x="3796116" y="1536372"/>
            <a:ext cx="4636800" cy="2138400"/>
          </a:xfrm>
        </p:spPr>
        <p:txBody>
          <a:bodyPr vert="horz" lIns="91440" tIns="45720" rIns="91440" bIns="45720" rtlCol="0" anchor="b" anchorCtr="0">
            <a:normAutofit/>
          </a:bodyPr>
          <a:lstStyle/>
          <a:p>
            <a:r>
              <a:rPr lang="en-US" dirty="0"/>
              <a:t>03. Methodology</a:t>
            </a:r>
          </a:p>
        </p:txBody>
      </p:sp>
      <p:grpSp>
        <p:nvGrpSpPr>
          <p:cNvPr id="161" name="Group 160">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162" name="Group 161">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181"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0"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95" name="Group 194">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96"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7"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8"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9"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0"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1"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2"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3" name="Group 162">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73" name="Group 172">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77" name="Straight Connector 176">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9"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oup 173">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75" name="Freeform: Shape 174">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76" name="Freeform: Shape 175">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64" name="Group 163">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65" name="Group 164">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70"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2"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6" name="Group 165">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67"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9"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204" name="Straight Connector 203">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206" name="Group 205">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207" name="Group 206">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26"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5"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0" name="Group 239">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1"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2"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3"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4"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5"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6"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7"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08" name="Group 207">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218" name="Group 217">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2" name="Straight Connector 221">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4"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9" name="Group 218">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20" name="Freeform: Shape 219">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1" name="Freeform: Shape 220">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09" name="Group 208">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10" name="Group 209">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215"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7"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11" name="Group 210">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12"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4"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3257336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81AE3-8E70-EA0E-46FF-D40511C3361F}"/>
            </a:ext>
          </a:extLst>
        </p:cNvPr>
        <p:cNvGrpSpPr/>
        <p:nvPr/>
      </p:nvGrpSpPr>
      <p:grpSpPr>
        <a:xfrm>
          <a:off x="0" y="0"/>
          <a:ext cx="0" cy="0"/>
          <a:chOff x="0" y="0"/>
          <a:chExt cx="0" cy="0"/>
        </a:xfrm>
      </p:grpSpPr>
      <p:graphicFrame>
        <p:nvGraphicFramePr>
          <p:cNvPr id="6" name="Content Placeholder 1">
            <a:extLst>
              <a:ext uri="{FF2B5EF4-FFF2-40B4-BE49-F238E27FC236}">
                <a16:creationId xmlns:a16="http://schemas.microsoft.com/office/drawing/2014/main" id="{326A9144-48E6-C0AA-4A00-78169D7FD9D7}"/>
              </a:ext>
            </a:extLst>
          </p:cNvPr>
          <p:cNvGraphicFramePr>
            <a:graphicFrameLocks noGrp="1"/>
          </p:cNvGraphicFramePr>
          <p:nvPr>
            <p:ph idx="10"/>
            <p:extLst>
              <p:ext uri="{D42A27DB-BD31-4B8C-83A1-F6EECF244321}">
                <p14:modId xmlns:p14="http://schemas.microsoft.com/office/powerpoint/2010/main" val="3069047308"/>
              </p:ext>
            </p:extLst>
          </p:nvPr>
        </p:nvGraphicFramePr>
        <p:xfrm>
          <a:off x="568163" y="1997132"/>
          <a:ext cx="11338702" cy="42322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4A9A92ED-3D15-8EBD-FE41-4BF2B453AABE}"/>
              </a:ext>
            </a:extLst>
          </p:cNvPr>
          <p:cNvSpPr txBox="1"/>
          <p:nvPr/>
        </p:nvSpPr>
        <p:spPr>
          <a:xfrm>
            <a:off x="504788" y="1046604"/>
            <a:ext cx="6097508" cy="523220"/>
          </a:xfrm>
          <a:prstGeom prst="rect">
            <a:avLst/>
          </a:prstGeom>
          <a:noFill/>
        </p:spPr>
        <p:txBody>
          <a:bodyPr wrap="square">
            <a:spAutoFit/>
          </a:bodyPr>
          <a:lstStyle/>
          <a:p>
            <a:r>
              <a:rPr lang="en-US" sz="2800" kern="1200" cap="none" spc="0" baseline="0" dirty="0">
                <a:solidFill>
                  <a:schemeClr val="tx1"/>
                </a:solidFill>
                <a:latin typeface="+mj-lt"/>
                <a:ea typeface="+mj-ea"/>
                <a:cs typeface="+mj-cs"/>
              </a:rPr>
              <a:t>Methodology</a:t>
            </a:r>
            <a:endParaRPr lang="en-ID" sz="3200" dirty="0"/>
          </a:p>
        </p:txBody>
      </p:sp>
    </p:spTree>
    <p:extLst>
      <p:ext uri="{BB962C8B-B14F-4D97-AF65-F5344CB8AC3E}">
        <p14:creationId xmlns:p14="http://schemas.microsoft.com/office/powerpoint/2010/main" val="769558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807D1F7-F95D-9352-522F-8DFDD84B57E2}"/>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7"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6"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20" name="Rectangle 19">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EDE9F57-E953-6C76-8F41-6415412D3518}"/>
              </a:ext>
            </a:extLst>
          </p:cNvPr>
          <p:cNvSpPr>
            <a:spLocks noGrp="1"/>
          </p:cNvSpPr>
          <p:nvPr>
            <p:ph type="title"/>
          </p:nvPr>
        </p:nvSpPr>
        <p:spPr>
          <a:xfrm>
            <a:off x="3817438" y="1536372"/>
            <a:ext cx="4636800" cy="2138400"/>
          </a:xfrm>
        </p:spPr>
        <p:txBody>
          <a:bodyPr vert="horz" lIns="91440" tIns="45720" rIns="91440" bIns="45720" rtlCol="0" anchor="b" anchorCtr="0">
            <a:normAutofit/>
          </a:bodyPr>
          <a:lstStyle/>
          <a:p>
            <a:r>
              <a:rPr lang="en-US"/>
              <a:t>04. Result Findings</a:t>
            </a:r>
          </a:p>
        </p:txBody>
      </p:sp>
      <p:grpSp>
        <p:nvGrpSpPr>
          <p:cNvPr id="22" name="Group 21">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23" name="Group 22">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42"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56" name="Group 55">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7"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4" name="Group 23">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34" name="Group 33">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8" name="Straight Connector 37">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0"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6" name="Freeform: Shape 35">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7" name="Freeform: Shape 36">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6" name="Group 25">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31"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8"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5" name="Straight Connector 64">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68" name="Group 67">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87"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6"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02"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69" name="Group 68">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79" name="Group 78">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83" name="Straight Connector 82">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5"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81" name="Freeform: Shape 80">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82" name="Freeform: Shape 81">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70" name="Group 69">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71" name="Group 70">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76"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2" name="Group 71">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73"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1889953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A50EB4C-00A1-89FA-42FD-D1B9BB8697DE}"/>
            </a:ext>
          </a:extLst>
        </p:cNvPr>
        <p:cNvGrpSpPr/>
        <p:nvPr/>
      </p:nvGrpSpPr>
      <p:grpSpPr>
        <a:xfrm>
          <a:off x="0" y="0"/>
          <a:ext cx="0" cy="0"/>
          <a:chOff x="0" y="0"/>
          <a:chExt cx="0" cy="0"/>
        </a:xfrm>
      </p:grpSpPr>
      <p:cxnSp>
        <p:nvCxnSpPr>
          <p:cNvPr id="57" name="Straight Connector 56">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9"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1"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62" name="Rectangle 61">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28559571-104B-E09B-0725-C1CC5DD22492}"/>
              </a:ext>
            </a:extLst>
          </p:cNvPr>
          <p:cNvSpPr>
            <a:spLocks noGrp="1"/>
          </p:cNvSpPr>
          <p:nvPr>
            <p:ph type="title"/>
          </p:nvPr>
        </p:nvSpPr>
        <p:spPr>
          <a:xfrm>
            <a:off x="1034893" y="1440977"/>
            <a:ext cx="4075200" cy="1532951"/>
          </a:xfrm>
        </p:spPr>
        <p:txBody>
          <a:bodyPr vert="horz" lIns="91440" tIns="45720" rIns="91440" bIns="45720" rtlCol="0" anchor="b" anchorCtr="0">
            <a:normAutofit fontScale="90000"/>
          </a:bodyPr>
          <a:lstStyle/>
          <a:p>
            <a:pPr>
              <a:lnSpc>
                <a:spcPct val="90000"/>
              </a:lnSpc>
            </a:pPr>
            <a:r>
              <a:rPr lang="en-US" dirty="0"/>
              <a:t>Small Balanced Dataset Confusion Matrix</a:t>
            </a:r>
            <a:br>
              <a:rPr lang="en-US" dirty="0"/>
            </a:br>
            <a:r>
              <a:rPr lang="en-US" dirty="0"/>
              <a:t>and LIME</a:t>
            </a:r>
          </a:p>
        </p:txBody>
      </p:sp>
      <p:grpSp>
        <p:nvGrpSpPr>
          <p:cNvPr id="63" name="Group 62">
            <a:extLst>
              <a:ext uri="{FF2B5EF4-FFF2-40B4-BE49-F238E27FC236}">
                <a16:creationId xmlns:a16="http://schemas.microsoft.com/office/drawing/2014/main" id="{50F37AA1-A09B-4E28-987B-38E5060E1B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23" name="Rectangle 22">
              <a:extLst>
                <a:ext uri="{FF2B5EF4-FFF2-40B4-BE49-F238E27FC236}">
                  <a16:creationId xmlns:a16="http://schemas.microsoft.com/office/drawing/2014/main" id="{9874D018-FDBA-4AD4-8C74-17D41F4FB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4" name="Group 63">
              <a:extLst>
                <a:ext uri="{FF2B5EF4-FFF2-40B4-BE49-F238E27FC236}">
                  <a16:creationId xmlns:a16="http://schemas.microsoft.com/office/drawing/2014/main" id="{DB43F5C4-EF74-49F4-97CB-97938DDC2F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5" name="Group 24">
                <a:extLst>
                  <a:ext uri="{FF2B5EF4-FFF2-40B4-BE49-F238E27FC236}">
                    <a16:creationId xmlns:a16="http://schemas.microsoft.com/office/drawing/2014/main" id="{B74E0761-A6EC-4896-A2D4-97A0AF0AA0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30" name="Freeform 68">
                  <a:extLst>
                    <a:ext uri="{FF2B5EF4-FFF2-40B4-BE49-F238E27FC236}">
                      <a16:creationId xmlns:a16="http://schemas.microsoft.com/office/drawing/2014/main" id="{E02DDA0C-BC2F-4EA7-B34E-E0A38B82BA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69">
                  <a:extLst>
                    <a:ext uri="{FF2B5EF4-FFF2-40B4-BE49-F238E27FC236}">
                      <a16:creationId xmlns:a16="http://schemas.microsoft.com/office/drawing/2014/main" id="{CF13B05D-4163-4B4E-A2D2-FA7ED94682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Line 70">
                  <a:extLst>
                    <a:ext uri="{FF2B5EF4-FFF2-40B4-BE49-F238E27FC236}">
                      <a16:creationId xmlns:a16="http://schemas.microsoft.com/office/drawing/2014/main" id="{6D222543-B140-45C1-A731-C56E6B3A17C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6" name="Group 25">
                <a:extLst>
                  <a:ext uri="{FF2B5EF4-FFF2-40B4-BE49-F238E27FC236}">
                    <a16:creationId xmlns:a16="http://schemas.microsoft.com/office/drawing/2014/main" id="{21D25868-4B38-41A5-8DA7-BB01E853424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7" name="Freeform 68">
                  <a:extLst>
                    <a:ext uri="{FF2B5EF4-FFF2-40B4-BE49-F238E27FC236}">
                      <a16:creationId xmlns:a16="http://schemas.microsoft.com/office/drawing/2014/main" id="{9BA6FA89-CCD8-4CC0-954F-FBBFA59737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9">
                  <a:extLst>
                    <a:ext uri="{FF2B5EF4-FFF2-40B4-BE49-F238E27FC236}">
                      <a16:creationId xmlns:a16="http://schemas.microsoft.com/office/drawing/2014/main" id="{73005E59-2B44-4A62-A8F1-504FB17060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C9AB3E16-8B92-47B2-BA2E-02935767A80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4" name="Rectangle 33">
            <a:extLst>
              <a:ext uri="{FF2B5EF4-FFF2-40B4-BE49-F238E27FC236}">
                <a16:creationId xmlns:a16="http://schemas.microsoft.com/office/drawing/2014/main" id="{1B5DF063-A889-4037-8C0F-D6D424107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3" name="Picture 2" descr="A green squares with white text&#10;&#10;Description automatically generated">
            <a:extLst>
              <a:ext uri="{FF2B5EF4-FFF2-40B4-BE49-F238E27FC236}">
                <a16:creationId xmlns:a16="http://schemas.microsoft.com/office/drawing/2014/main" id="{498071EC-2F20-B257-4A80-B341298E85CA}"/>
              </a:ext>
            </a:extLst>
          </p:cNvPr>
          <p:cNvPicPr>
            <a:picLocks noChangeAspect="1"/>
          </p:cNvPicPr>
          <p:nvPr/>
        </p:nvPicPr>
        <p:blipFill>
          <a:blip r:embed="rId3"/>
          <a:stretch>
            <a:fillRect/>
          </a:stretch>
        </p:blipFill>
        <p:spPr>
          <a:xfrm>
            <a:off x="6677069" y="706977"/>
            <a:ext cx="4999885" cy="3374922"/>
          </a:xfrm>
          <a:prstGeom prst="rect">
            <a:avLst/>
          </a:prstGeom>
        </p:spPr>
      </p:pic>
      <p:pic>
        <p:nvPicPr>
          <p:cNvPr id="5" name="Picture 4">
            <a:extLst>
              <a:ext uri="{FF2B5EF4-FFF2-40B4-BE49-F238E27FC236}">
                <a16:creationId xmlns:a16="http://schemas.microsoft.com/office/drawing/2014/main" id="{FD24E746-E17A-6EC3-7A0A-0CAC5C31DE91}"/>
              </a:ext>
            </a:extLst>
          </p:cNvPr>
          <p:cNvPicPr>
            <a:picLocks noChangeAspect="1"/>
          </p:cNvPicPr>
          <p:nvPr/>
        </p:nvPicPr>
        <p:blipFill>
          <a:blip r:embed="rId4"/>
          <a:stretch>
            <a:fillRect/>
          </a:stretch>
        </p:blipFill>
        <p:spPr>
          <a:xfrm>
            <a:off x="980141" y="4701076"/>
            <a:ext cx="10025098" cy="1149515"/>
          </a:xfrm>
          <a:prstGeom prst="rect">
            <a:avLst/>
          </a:prstGeom>
        </p:spPr>
      </p:pic>
    </p:spTree>
    <p:extLst>
      <p:ext uri="{BB962C8B-B14F-4D97-AF65-F5344CB8AC3E}">
        <p14:creationId xmlns:p14="http://schemas.microsoft.com/office/powerpoint/2010/main" val="361378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BD9EF4B-D0C8-6084-EFE9-EAEC4B8C7EFF}"/>
            </a:ext>
          </a:extLst>
        </p:cNvPr>
        <p:cNvGrpSpPr/>
        <p:nvPr/>
      </p:nvGrpSpPr>
      <p:grpSpPr>
        <a:xfrm>
          <a:off x="0" y="0"/>
          <a:ext cx="0" cy="0"/>
          <a:chOff x="0" y="0"/>
          <a:chExt cx="0" cy="0"/>
        </a:xfrm>
      </p:grpSpPr>
      <p:cxnSp>
        <p:nvCxnSpPr>
          <p:cNvPr id="69" name="Straight Connector 68">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72" name="Group 71">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74"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73"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77" name="Rectangle 76">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EE953AE2-0C73-7F96-3DC0-DBC6859350C9}"/>
              </a:ext>
            </a:extLst>
          </p:cNvPr>
          <p:cNvSpPr>
            <a:spLocks noGrp="1"/>
          </p:cNvSpPr>
          <p:nvPr>
            <p:ph type="title"/>
          </p:nvPr>
        </p:nvSpPr>
        <p:spPr>
          <a:xfrm>
            <a:off x="990000" y="1089025"/>
            <a:ext cx="4075200" cy="1532951"/>
          </a:xfrm>
        </p:spPr>
        <p:txBody>
          <a:bodyPr vert="horz" lIns="91440" tIns="45720" rIns="91440" bIns="45720" rtlCol="0" anchor="b" anchorCtr="0">
            <a:normAutofit fontScale="90000"/>
          </a:bodyPr>
          <a:lstStyle/>
          <a:p>
            <a:pPr>
              <a:lnSpc>
                <a:spcPct val="90000"/>
              </a:lnSpc>
            </a:pPr>
            <a:r>
              <a:rPr lang="en-US" sz="4100" dirty="0"/>
              <a:t>Small Imbalanced Dataset </a:t>
            </a:r>
            <a:r>
              <a:rPr lang="en-US" sz="4400" dirty="0"/>
              <a:t>Confusion Matrix and LIME</a:t>
            </a:r>
            <a:endParaRPr lang="en-US" sz="4100" dirty="0"/>
          </a:p>
        </p:txBody>
      </p:sp>
      <p:grpSp>
        <p:nvGrpSpPr>
          <p:cNvPr id="79" name="Group 78">
            <a:extLst>
              <a:ext uri="{FF2B5EF4-FFF2-40B4-BE49-F238E27FC236}">
                <a16:creationId xmlns:a16="http://schemas.microsoft.com/office/drawing/2014/main" id="{50F37AA1-A09B-4E28-987B-38E5060E1B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80" name="Rectangle 79">
              <a:extLst>
                <a:ext uri="{FF2B5EF4-FFF2-40B4-BE49-F238E27FC236}">
                  <a16:creationId xmlns:a16="http://schemas.microsoft.com/office/drawing/2014/main" id="{9874D018-FDBA-4AD4-8C74-17D41F4FB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1" name="Group 80">
              <a:extLst>
                <a:ext uri="{FF2B5EF4-FFF2-40B4-BE49-F238E27FC236}">
                  <a16:creationId xmlns:a16="http://schemas.microsoft.com/office/drawing/2014/main" id="{DB43F5C4-EF74-49F4-97CB-97938DDC2F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82" name="Group 81">
                <a:extLst>
                  <a:ext uri="{FF2B5EF4-FFF2-40B4-BE49-F238E27FC236}">
                    <a16:creationId xmlns:a16="http://schemas.microsoft.com/office/drawing/2014/main" id="{B74E0761-A6EC-4896-A2D4-97A0AF0AA0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87" name="Freeform 68">
                  <a:extLst>
                    <a:ext uri="{FF2B5EF4-FFF2-40B4-BE49-F238E27FC236}">
                      <a16:creationId xmlns:a16="http://schemas.microsoft.com/office/drawing/2014/main" id="{E02DDA0C-BC2F-4EA7-B34E-E0A38B82BA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69">
                  <a:extLst>
                    <a:ext uri="{FF2B5EF4-FFF2-40B4-BE49-F238E27FC236}">
                      <a16:creationId xmlns:a16="http://schemas.microsoft.com/office/drawing/2014/main" id="{CF13B05D-4163-4B4E-A2D2-FA7ED94682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Line 70">
                  <a:extLst>
                    <a:ext uri="{FF2B5EF4-FFF2-40B4-BE49-F238E27FC236}">
                      <a16:creationId xmlns:a16="http://schemas.microsoft.com/office/drawing/2014/main" id="{6D222543-B140-45C1-A731-C56E6B3A17C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83" name="Group 82">
                <a:extLst>
                  <a:ext uri="{FF2B5EF4-FFF2-40B4-BE49-F238E27FC236}">
                    <a16:creationId xmlns:a16="http://schemas.microsoft.com/office/drawing/2014/main" id="{21D25868-4B38-41A5-8DA7-BB01E853424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84" name="Freeform 68">
                  <a:extLst>
                    <a:ext uri="{FF2B5EF4-FFF2-40B4-BE49-F238E27FC236}">
                      <a16:creationId xmlns:a16="http://schemas.microsoft.com/office/drawing/2014/main" id="{9BA6FA89-CCD8-4CC0-954F-FBBFA59737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69">
                  <a:extLst>
                    <a:ext uri="{FF2B5EF4-FFF2-40B4-BE49-F238E27FC236}">
                      <a16:creationId xmlns:a16="http://schemas.microsoft.com/office/drawing/2014/main" id="{73005E59-2B44-4A62-A8F1-504FB17060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6" name="Line 70">
                  <a:extLst>
                    <a:ext uri="{FF2B5EF4-FFF2-40B4-BE49-F238E27FC236}">
                      <a16:creationId xmlns:a16="http://schemas.microsoft.com/office/drawing/2014/main" id="{C9AB3E16-8B92-47B2-BA2E-02935767A80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91" name="Rectangle 90">
            <a:extLst>
              <a:ext uri="{FF2B5EF4-FFF2-40B4-BE49-F238E27FC236}">
                <a16:creationId xmlns:a16="http://schemas.microsoft.com/office/drawing/2014/main" id="{1B5DF063-A889-4037-8C0F-D6D424107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6" name="Picture 5" descr="A blue squares with white text&#10;&#10;Description automatically generated">
            <a:extLst>
              <a:ext uri="{FF2B5EF4-FFF2-40B4-BE49-F238E27FC236}">
                <a16:creationId xmlns:a16="http://schemas.microsoft.com/office/drawing/2014/main" id="{3A5D528C-0BA3-0851-665F-295058CE22CD}"/>
              </a:ext>
            </a:extLst>
          </p:cNvPr>
          <p:cNvPicPr>
            <a:picLocks noChangeAspect="1"/>
          </p:cNvPicPr>
          <p:nvPr/>
        </p:nvPicPr>
        <p:blipFill>
          <a:blip r:embed="rId3"/>
          <a:stretch>
            <a:fillRect/>
          </a:stretch>
        </p:blipFill>
        <p:spPr>
          <a:xfrm>
            <a:off x="6677069" y="1091662"/>
            <a:ext cx="4999885" cy="2987431"/>
          </a:xfrm>
          <a:prstGeom prst="rect">
            <a:avLst/>
          </a:prstGeom>
        </p:spPr>
      </p:pic>
      <p:pic>
        <p:nvPicPr>
          <p:cNvPr id="9" name="Picture 8">
            <a:extLst>
              <a:ext uri="{FF2B5EF4-FFF2-40B4-BE49-F238E27FC236}">
                <a16:creationId xmlns:a16="http://schemas.microsoft.com/office/drawing/2014/main" id="{2C943BEE-6982-47AE-B270-CA9586F35CA7}"/>
              </a:ext>
            </a:extLst>
          </p:cNvPr>
          <p:cNvPicPr>
            <a:picLocks noChangeAspect="1"/>
          </p:cNvPicPr>
          <p:nvPr/>
        </p:nvPicPr>
        <p:blipFill>
          <a:blip r:embed="rId4"/>
          <a:stretch>
            <a:fillRect/>
          </a:stretch>
        </p:blipFill>
        <p:spPr>
          <a:xfrm>
            <a:off x="475820" y="4625423"/>
            <a:ext cx="10970360" cy="1229645"/>
          </a:xfrm>
          <a:prstGeom prst="rect">
            <a:avLst/>
          </a:prstGeom>
        </p:spPr>
      </p:pic>
    </p:spTree>
    <p:extLst>
      <p:ext uri="{BB962C8B-B14F-4D97-AF65-F5344CB8AC3E}">
        <p14:creationId xmlns:p14="http://schemas.microsoft.com/office/powerpoint/2010/main" val="383798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5F37CD-0E63-B76D-E5CF-B0B0EC50234C}"/>
            </a:ext>
          </a:extLst>
        </p:cNvPr>
        <p:cNvGrpSpPr/>
        <p:nvPr/>
      </p:nvGrpSpPr>
      <p:grpSpPr>
        <a:xfrm>
          <a:off x="0" y="0"/>
          <a:ext cx="0" cy="0"/>
          <a:chOff x="0" y="0"/>
          <a:chExt cx="0" cy="0"/>
        </a:xfrm>
      </p:grpSpPr>
      <p:cxnSp>
        <p:nvCxnSpPr>
          <p:cNvPr id="47" name="Straight Connector 46">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50" name="Group 49">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2"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1"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55" name="Rectangle 54">
            <a:extLst>
              <a:ext uri="{FF2B5EF4-FFF2-40B4-BE49-F238E27FC236}">
                <a16:creationId xmlns:a16="http://schemas.microsoft.com/office/drawing/2014/main" id="{72C53508-B3F0-4B95-A7BB-3FB94033C4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F0FC15E-301A-B33D-A7BA-FF7FDDC83326}"/>
              </a:ext>
            </a:extLst>
          </p:cNvPr>
          <p:cNvSpPr>
            <a:spLocks noGrp="1"/>
          </p:cNvSpPr>
          <p:nvPr>
            <p:ph type="title"/>
          </p:nvPr>
        </p:nvSpPr>
        <p:spPr>
          <a:xfrm>
            <a:off x="1691045" y="687772"/>
            <a:ext cx="8664282" cy="533980"/>
          </a:xfrm>
        </p:spPr>
        <p:txBody>
          <a:bodyPr vert="horz" lIns="91440" tIns="45720" rIns="91440" bIns="45720" rtlCol="0" anchor="b" anchorCtr="0">
            <a:normAutofit fontScale="90000"/>
          </a:bodyPr>
          <a:lstStyle/>
          <a:p>
            <a:r>
              <a:rPr lang="en-US" dirty="0"/>
              <a:t>Small Dataset Comparison</a:t>
            </a:r>
          </a:p>
        </p:txBody>
      </p:sp>
      <p:cxnSp>
        <p:nvCxnSpPr>
          <p:cNvPr id="57" name="Straight Connector 56">
            <a:extLst>
              <a:ext uri="{FF2B5EF4-FFF2-40B4-BE49-F238E27FC236}">
                <a16:creationId xmlns:a16="http://schemas.microsoft.com/office/drawing/2014/main" id="{58EBA113-6605-4291-A31D-0BEA2EFFB5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7DC925D4-A222-4AF4-B410-4AFDEE4557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H="1">
            <a:off x="6674373" y="402322"/>
            <a:ext cx="641183" cy="1069728"/>
            <a:chOff x="6484112" y="2967038"/>
            <a:chExt cx="641183" cy="1069728"/>
          </a:xfrm>
        </p:grpSpPr>
        <p:grpSp>
          <p:nvGrpSpPr>
            <p:cNvPr id="60" name="Group 59">
              <a:extLst>
                <a:ext uri="{FF2B5EF4-FFF2-40B4-BE49-F238E27FC236}">
                  <a16:creationId xmlns:a16="http://schemas.microsoft.com/office/drawing/2014/main" id="{0DBBB94E-15E5-42D1-A617-70B91FC06DD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65" name="Freeform 68">
                <a:extLst>
                  <a:ext uri="{FF2B5EF4-FFF2-40B4-BE49-F238E27FC236}">
                    <a16:creationId xmlns:a16="http://schemas.microsoft.com/office/drawing/2014/main" id="{2C81B35A-4CE9-4440-B050-12A299FA65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69">
                <a:extLst>
                  <a:ext uri="{FF2B5EF4-FFF2-40B4-BE49-F238E27FC236}">
                    <a16:creationId xmlns:a16="http://schemas.microsoft.com/office/drawing/2014/main" id="{A0D17983-4044-441A-ADBD-E035D9AE7E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7" name="Line 70">
                <a:extLst>
                  <a:ext uri="{FF2B5EF4-FFF2-40B4-BE49-F238E27FC236}">
                    <a16:creationId xmlns:a16="http://schemas.microsoft.com/office/drawing/2014/main" id="{19F1FD06-FDAD-4A4F-BFA2-40C00615ED5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1" name="Group 60">
              <a:extLst>
                <a:ext uri="{FF2B5EF4-FFF2-40B4-BE49-F238E27FC236}">
                  <a16:creationId xmlns:a16="http://schemas.microsoft.com/office/drawing/2014/main" id="{7EFDE4C0-4728-4BFA-AB30-F128558D043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62" name="Freeform 68">
                <a:extLst>
                  <a:ext uri="{FF2B5EF4-FFF2-40B4-BE49-F238E27FC236}">
                    <a16:creationId xmlns:a16="http://schemas.microsoft.com/office/drawing/2014/main" id="{1D506130-A061-4892-B4AB-FC514FF04A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69">
                <a:extLst>
                  <a:ext uri="{FF2B5EF4-FFF2-40B4-BE49-F238E27FC236}">
                    <a16:creationId xmlns:a16="http://schemas.microsoft.com/office/drawing/2014/main" id="{49AD3E33-5B3A-488D-9055-A66F489647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4" name="Line 70">
                <a:extLst>
                  <a:ext uri="{FF2B5EF4-FFF2-40B4-BE49-F238E27FC236}">
                    <a16:creationId xmlns:a16="http://schemas.microsoft.com/office/drawing/2014/main" id="{A5CE7C61-384B-4565-8779-29E91BEF4C57}"/>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69" name="Group 68">
            <a:extLst>
              <a:ext uri="{FF2B5EF4-FFF2-40B4-BE49-F238E27FC236}">
                <a16:creationId xmlns:a16="http://schemas.microsoft.com/office/drawing/2014/main" id="{5EE5DB50-1341-4A9E-A206-967EBBDE44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11020476" y="5368081"/>
            <a:ext cx="641183" cy="1069728"/>
            <a:chOff x="6484112" y="2967038"/>
            <a:chExt cx="641183" cy="1069728"/>
          </a:xfrm>
        </p:grpSpPr>
        <p:grpSp>
          <p:nvGrpSpPr>
            <p:cNvPr id="70" name="Group 69">
              <a:extLst>
                <a:ext uri="{FF2B5EF4-FFF2-40B4-BE49-F238E27FC236}">
                  <a16:creationId xmlns:a16="http://schemas.microsoft.com/office/drawing/2014/main" id="{19A84626-F20C-4555-AFAF-1A2B70D3D9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75" name="Freeform 68">
                <a:extLst>
                  <a:ext uri="{FF2B5EF4-FFF2-40B4-BE49-F238E27FC236}">
                    <a16:creationId xmlns:a16="http://schemas.microsoft.com/office/drawing/2014/main" id="{561A2DEB-32E0-497B-AFF5-12455326DC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F74C0FA4-7280-478C-9F0A-5C44367405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6055EE13-719B-42CB-B390-656E3D7ED4B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1" name="Group 70">
              <a:extLst>
                <a:ext uri="{FF2B5EF4-FFF2-40B4-BE49-F238E27FC236}">
                  <a16:creationId xmlns:a16="http://schemas.microsoft.com/office/drawing/2014/main" id="{0AFE4A8F-11DC-406B-81CA-1EFF5D00CE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72" name="Freeform 68">
                <a:extLst>
                  <a:ext uri="{FF2B5EF4-FFF2-40B4-BE49-F238E27FC236}">
                    <a16:creationId xmlns:a16="http://schemas.microsoft.com/office/drawing/2014/main" id="{1220809B-3187-4A4E-B1B4-931C71836CC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69">
                <a:extLst>
                  <a:ext uri="{FF2B5EF4-FFF2-40B4-BE49-F238E27FC236}">
                    <a16:creationId xmlns:a16="http://schemas.microsoft.com/office/drawing/2014/main" id="{FA8BADC2-4522-4CCB-B068-9C3AC1F1EF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Line 70">
                <a:extLst>
                  <a:ext uri="{FF2B5EF4-FFF2-40B4-BE49-F238E27FC236}">
                    <a16:creationId xmlns:a16="http://schemas.microsoft.com/office/drawing/2014/main" id="{8507DFE2-C18B-40C2-A945-EFDD0D8EC93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pic>
        <p:nvPicPr>
          <p:cNvPr id="3" name="Picture 2" descr="A diagram of a graph&#10;&#10;Description automatically generated">
            <a:extLst>
              <a:ext uri="{FF2B5EF4-FFF2-40B4-BE49-F238E27FC236}">
                <a16:creationId xmlns:a16="http://schemas.microsoft.com/office/drawing/2014/main" id="{6B324BB2-78FE-16E5-8FDC-4B278A34C91C}"/>
              </a:ext>
            </a:extLst>
          </p:cNvPr>
          <p:cNvPicPr>
            <a:picLocks noChangeAspect="1"/>
          </p:cNvPicPr>
          <p:nvPr/>
        </p:nvPicPr>
        <p:blipFill>
          <a:blip r:embed="rId3"/>
          <a:stretch>
            <a:fillRect/>
          </a:stretch>
        </p:blipFill>
        <p:spPr>
          <a:xfrm>
            <a:off x="2352110" y="1483602"/>
            <a:ext cx="7443279" cy="4707872"/>
          </a:xfrm>
          <a:prstGeom prst="rect">
            <a:avLst/>
          </a:prstGeom>
        </p:spPr>
      </p:pic>
    </p:spTree>
    <p:extLst>
      <p:ext uri="{BB962C8B-B14F-4D97-AF65-F5344CB8AC3E}">
        <p14:creationId xmlns:p14="http://schemas.microsoft.com/office/powerpoint/2010/main" val="335762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398A953-02FA-147A-96FB-D4973E9E150A}"/>
            </a:ext>
          </a:extLst>
        </p:cNvPr>
        <p:cNvGrpSpPr/>
        <p:nvPr/>
      </p:nvGrpSpPr>
      <p:grpSpPr>
        <a:xfrm>
          <a:off x="0" y="0"/>
          <a:ext cx="0" cy="0"/>
          <a:chOff x="0" y="0"/>
          <a:chExt cx="0" cy="0"/>
        </a:xfrm>
      </p:grpSpPr>
      <p:cxnSp>
        <p:nvCxnSpPr>
          <p:cNvPr id="100" name="Straight Connector 99">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01" name="Group 100">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72" name="Group 71">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02"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4"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05" name="Rectangle 104">
            <a:extLst>
              <a:ext uri="{FF2B5EF4-FFF2-40B4-BE49-F238E27FC236}">
                <a16:creationId xmlns:a16="http://schemas.microsoft.com/office/drawing/2014/main" id="{72C53508-B3F0-4B95-A7BB-3FB94033C4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6C927028-E150-F062-56C2-7B0EB1C1F665}"/>
              </a:ext>
            </a:extLst>
          </p:cNvPr>
          <p:cNvSpPr>
            <a:spLocks noGrp="1"/>
          </p:cNvSpPr>
          <p:nvPr>
            <p:ph type="title"/>
          </p:nvPr>
        </p:nvSpPr>
        <p:spPr>
          <a:xfrm>
            <a:off x="7147818" y="1216479"/>
            <a:ext cx="4060800" cy="2049502"/>
          </a:xfrm>
        </p:spPr>
        <p:txBody>
          <a:bodyPr vert="horz" lIns="91440" tIns="45720" rIns="91440" bIns="45720" rtlCol="0" anchor="b" anchorCtr="0">
            <a:normAutofit fontScale="90000"/>
          </a:bodyPr>
          <a:lstStyle/>
          <a:p>
            <a:r>
              <a:rPr lang="en-US" dirty="0"/>
              <a:t>Large Balanced Dataset Confusion Matrix and LIME</a:t>
            </a:r>
          </a:p>
        </p:txBody>
      </p:sp>
      <p:pic>
        <p:nvPicPr>
          <p:cNvPr id="4" name="Picture 3" descr="A green squares with white text&#10;&#10;Description automatically generated">
            <a:extLst>
              <a:ext uri="{FF2B5EF4-FFF2-40B4-BE49-F238E27FC236}">
                <a16:creationId xmlns:a16="http://schemas.microsoft.com/office/drawing/2014/main" id="{0281603A-383F-062B-E6AE-AF3A10DFE862}"/>
              </a:ext>
            </a:extLst>
          </p:cNvPr>
          <p:cNvPicPr>
            <a:picLocks noChangeAspect="1"/>
          </p:cNvPicPr>
          <p:nvPr/>
        </p:nvPicPr>
        <p:blipFill>
          <a:blip r:embed="rId3"/>
          <a:stretch>
            <a:fillRect/>
          </a:stretch>
        </p:blipFill>
        <p:spPr>
          <a:xfrm>
            <a:off x="611117" y="697499"/>
            <a:ext cx="4996212" cy="3322481"/>
          </a:xfrm>
          <a:prstGeom prst="rect">
            <a:avLst/>
          </a:prstGeom>
        </p:spPr>
      </p:pic>
      <p:cxnSp>
        <p:nvCxnSpPr>
          <p:cNvPr id="106" name="Straight Connector 105">
            <a:extLst>
              <a:ext uri="{FF2B5EF4-FFF2-40B4-BE49-F238E27FC236}">
                <a16:creationId xmlns:a16="http://schemas.microsoft.com/office/drawing/2014/main" id="{58EBA113-6605-4291-A31D-0BEA2EFFB5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1" name="Group 80">
            <a:extLst>
              <a:ext uri="{FF2B5EF4-FFF2-40B4-BE49-F238E27FC236}">
                <a16:creationId xmlns:a16="http://schemas.microsoft.com/office/drawing/2014/main" id="{7DC925D4-A222-4AF4-B410-4AFDEE4557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H="1">
            <a:off x="6674373" y="402322"/>
            <a:ext cx="641183" cy="1069728"/>
            <a:chOff x="6484112" y="2967038"/>
            <a:chExt cx="641183" cy="1069728"/>
          </a:xfrm>
        </p:grpSpPr>
        <p:grpSp>
          <p:nvGrpSpPr>
            <p:cNvPr id="82" name="Group 81">
              <a:extLst>
                <a:ext uri="{FF2B5EF4-FFF2-40B4-BE49-F238E27FC236}">
                  <a16:creationId xmlns:a16="http://schemas.microsoft.com/office/drawing/2014/main" id="{0DBBB94E-15E5-42D1-A617-70B91FC06DD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07" name="Freeform 68">
                <a:extLst>
                  <a:ext uri="{FF2B5EF4-FFF2-40B4-BE49-F238E27FC236}">
                    <a16:creationId xmlns:a16="http://schemas.microsoft.com/office/drawing/2014/main" id="{2C81B35A-4CE9-4440-B050-12A299FA65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69">
                <a:extLst>
                  <a:ext uri="{FF2B5EF4-FFF2-40B4-BE49-F238E27FC236}">
                    <a16:creationId xmlns:a16="http://schemas.microsoft.com/office/drawing/2014/main" id="{A0D17983-4044-441A-ADBD-E035D9AE7E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9" name="Line 70">
                <a:extLst>
                  <a:ext uri="{FF2B5EF4-FFF2-40B4-BE49-F238E27FC236}">
                    <a16:creationId xmlns:a16="http://schemas.microsoft.com/office/drawing/2014/main" id="{19F1FD06-FDAD-4A4F-BFA2-40C00615ED5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83" name="Group 82">
              <a:extLst>
                <a:ext uri="{FF2B5EF4-FFF2-40B4-BE49-F238E27FC236}">
                  <a16:creationId xmlns:a16="http://schemas.microsoft.com/office/drawing/2014/main" id="{7EFDE4C0-4728-4BFA-AB30-F128558D043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10" name="Freeform 68">
                <a:extLst>
                  <a:ext uri="{FF2B5EF4-FFF2-40B4-BE49-F238E27FC236}">
                    <a16:creationId xmlns:a16="http://schemas.microsoft.com/office/drawing/2014/main" id="{1D506130-A061-4892-B4AB-FC514FF04A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69">
                <a:extLst>
                  <a:ext uri="{FF2B5EF4-FFF2-40B4-BE49-F238E27FC236}">
                    <a16:creationId xmlns:a16="http://schemas.microsoft.com/office/drawing/2014/main" id="{49AD3E33-5B3A-488D-9055-A66F489647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2" name="Line 70">
                <a:extLst>
                  <a:ext uri="{FF2B5EF4-FFF2-40B4-BE49-F238E27FC236}">
                    <a16:creationId xmlns:a16="http://schemas.microsoft.com/office/drawing/2014/main" id="{A5CE7C61-384B-4565-8779-29E91BEF4C57}"/>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13" name="Group 112">
            <a:extLst>
              <a:ext uri="{FF2B5EF4-FFF2-40B4-BE49-F238E27FC236}">
                <a16:creationId xmlns:a16="http://schemas.microsoft.com/office/drawing/2014/main" id="{5EE5DB50-1341-4A9E-A206-967EBBDE44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11020476" y="5368081"/>
            <a:ext cx="641183" cy="1069728"/>
            <a:chOff x="6484112" y="2967038"/>
            <a:chExt cx="641183" cy="1069728"/>
          </a:xfrm>
        </p:grpSpPr>
        <p:grpSp>
          <p:nvGrpSpPr>
            <p:cNvPr id="92" name="Group 91">
              <a:extLst>
                <a:ext uri="{FF2B5EF4-FFF2-40B4-BE49-F238E27FC236}">
                  <a16:creationId xmlns:a16="http://schemas.microsoft.com/office/drawing/2014/main" id="{19A84626-F20C-4555-AFAF-1A2B70D3D9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97" name="Freeform 68">
                <a:extLst>
                  <a:ext uri="{FF2B5EF4-FFF2-40B4-BE49-F238E27FC236}">
                    <a16:creationId xmlns:a16="http://schemas.microsoft.com/office/drawing/2014/main" id="{561A2DEB-32E0-497B-AFF5-12455326DC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69">
                <a:extLst>
                  <a:ext uri="{FF2B5EF4-FFF2-40B4-BE49-F238E27FC236}">
                    <a16:creationId xmlns:a16="http://schemas.microsoft.com/office/drawing/2014/main" id="{F74C0FA4-7280-478C-9F0A-5C44367405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9" name="Line 70">
                <a:extLst>
                  <a:ext uri="{FF2B5EF4-FFF2-40B4-BE49-F238E27FC236}">
                    <a16:creationId xmlns:a16="http://schemas.microsoft.com/office/drawing/2014/main" id="{6055EE13-719B-42CB-B390-656E3D7ED4B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93" name="Group 92">
              <a:extLst>
                <a:ext uri="{FF2B5EF4-FFF2-40B4-BE49-F238E27FC236}">
                  <a16:creationId xmlns:a16="http://schemas.microsoft.com/office/drawing/2014/main" id="{0AFE4A8F-11DC-406B-81CA-1EFF5D00CE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94" name="Freeform 68">
                <a:extLst>
                  <a:ext uri="{FF2B5EF4-FFF2-40B4-BE49-F238E27FC236}">
                    <a16:creationId xmlns:a16="http://schemas.microsoft.com/office/drawing/2014/main" id="{1220809B-3187-4A4E-B1B4-931C71836CC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69">
                <a:extLst>
                  <a:ext uri="{FF2B5EF4-FFF2-40B4-BE49-F238E27FC236}">
                    <a16:creationId xmlns:a16="http://schemas.microsoft.com/office/drawing/2014/main" id="{FA8BADC2-4522-4CCB-B068-9C3AC1F1EF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6" name="Line 70">
                <a:extLst>
                  <a:ext uri="{FF2B5EF4-FFF2-40B4-BE49-F238E27FC236}">
                    <a16:creationId xmlns:a16="http://schemas.microsoft.com/office/drawing/2014/main" id="{8507DFE2-C18B-40C2-A945-EFDD0D8EC93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pic>
        <p:nvPicPr>
          <p:cNvPr id="6" name="Picture 5" descr="A screenshot of a computer&#10;&#10;Description automatically generated">
            <a:extLst>
              <a:ext uri="{FF2B5EF4-FFF2-40B4-BE49-F238E27FC236}">
                <a16:creationId xmlns:a16="http://schemas.microsoft.com/office/drawing/2014/main" id="{691353C1-7CD4-4420-4DA0-A1CFB44E244E}"/>
              </a:ext>
            </a:extLst>
          </p:cNvPr>
          <p:cNvPicPr>
            <a:picLocks noChangeAspect="1"/>
          </p:cNvPicPr>
          <p:nvPr/>
        </p:nvPicPr>
        <p:blipFill>
          <a:blip r:embed="rId4"/>
          <a:stretch>
            <a:fillRect/>
          </a:stretch>
        </p:blipFill>
        <p:spPr>
          <a:xfrm>
            <a:off x="611117" y="4253580"/>
            <a:ext cx="10087516" cy="2199122"/>
          </a:xfrm>
          <a:prstGeom prst="rect">
            <a:avLst/>
          </a:prstGeom>
        </p:spPr>
      </p:pic>
    </p:spTree>
    <p:extLst>
      <p:ext uri="{BB962C8B-B14F-4D97-AF65-F5344CB8AC3E}">
        <p14:creationId xmlns:p14="http://schemas.microsoft.com/office/powerpoint/2010/main" val="650014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191529B-4A98-E2DD-FB6C-4DF167882157}"/>
            </a:ext>
          </a:extLst>
        </p:cNvPr>
        <p:cNvGrpSpPr/>
        <p:nvPr/>
      </p:nvGrpSpPr>
      <p:grpSpPr>
        <a:xfrm>
          <a:off x="0" y="0"/>
          <a:ext cx="0" cy="0"/>
          <a:chOff x="0" y="0"/>
          <a:chExt cx="0" cy="0"/>
        </a:xfrm>
      </p:grpSpPr>
      <p:cxnSp>
        <p:nvCxnSpPr>
          <p:cNvPr id="117" name="Straight Connector 116">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27" name="Group 126">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99" name="Group 98">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28"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0"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31" name="Rectangle 130">
            <a:extLst>
              <a:ext uri="{FF2B5EF4-FFF2-40B4-BE49-F238E27FC236}">
                <a16:creationId xmlns:a16="http://schemas.microsoft.com/office/drawing/2014/main" id="{72C53508-B3F0-4B95-A7BB-3FB94033C4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AB47228-1718-D613-6AEF-F47A943CCAB7}"/>
              </a:ext>
            </a:extLst>
          </p:cNvPr>
          <p:cNvSpPr>
            <a:spLocks noGrp="1"/>
          </p:cNvSpPr>
          <p:nvPr>
            <p:ph type="title"/>
          </p:nvPr>
        </p:nvSpPr>
        <p:spPr>
          <a:xfrm>
            <a:off x="7256099" y="900713"/>
            <a:ext cx="4060800" cy="2049502"/>
          </a:xfrm>
        </p:spPr>
        <p:txBody>
          <a:bodyPr vert="horz" lIns="91440" tIns="45720" rIns="91440" bIns="45720" rtlCol="0" anchor="b" anchorCtr="0">
            <a:normAutofit fontScale="90000"/>
          </a:bodyPr>
          <a:lstStyle/>
          <a:p>
            <a:pPr>
              <a:lnSpc>
                <a:spcPct val="90000"/>
              </a:lnSpc>
            </a:pPr>
            <a:r>
              <a:rPr lang="en-US" sz="4400" dirty="0"/>
              <a:t>Large Imbalanced Dataset Confusion Matrix and LIME</a:t>
            </a:r>
          </a:p>
        </p:txBody>
      </p:sp>
      <p:pic>
        <p:nvPicPr>
          <p:cNvPr id="3" name="Picture 2" descr="A blue and white graph&#10;&#10;Description automatically generated">
            <a:extLst>
              <a:ext uri="{FF2B5EF4-FFF2-40B4-BE49-F238E27FC236}">
                <a16:creationId xmlns:a16="http://schemas.microsoft.com/office/drawing/2014/main" id="{3E08DF9E-C9C0-450F-F473-2C0B44DA22A8}"/>
              </a:ext>
            </a:extLst>
          </p:cNvPr>
          <p:cNvPicPr>
            <a:picLocks noChangeAspect="1"/>
          </p:cNvPicPr>
          <p:nvPr/>
        </p:nvPicPr>
        <p:blipFill>
          <a:blip r:embed="rId3"/>
          <a:stretch>
            <a:fillRect/>
          </a:stretch>
        </p:blipFill>
        <p:spPr>
          <a:xfrm>
            <a:off x="580727" y="922832"/>
            <a:ext cx="4996212" cy="2847840"/>
          </a:xfrm>
          <a:prstGeom prst="rect">
            <a:avLst/>
          </a:prstGeom>
        </p:spPr>
      </p:pic>
      <p:cxnSp>
        <p:nvCxnSpPr>
          <p:cNvPr id="132" name="Straight Connector 131">
            <a:extLst>
              <a:ext uri="{FF2B5EF4-FFF2-40B4-BE49-F238E27FC236}">
                <a16:creationId xmlns:a16="http://schemas.microsoft.com/office/drawing/2014/main" id="{58EBA113-6605-4291-A31D-0BEA2EFFB5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08" name="Group 107">
            <a:extLst>
              <a:ext uri="{FF2B5EF4-FFF2-40B4-BE49-F238E27FC236}">
                <a16:creationId xmlns:a16="http://schemas.microsoft.com/office/drawing/2014/main" id="{7DC925D4-A222-4AF4-B410-4AFDEE4557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H="1">
            <a:off x="6674373" y="402322"/>
            <a:ext cx="641183" cy="1069728"/>
            <a:chOff x="6484112" y="2967038"/>
            <a:chExt cx="641183" cy="1069728"/>
          </a:xfrm>
        </p:grpSpPr>
        <p:grpSp>
          <p:nvGrpSpPr>
            <p:cNvPr id="109" name="Group 108">
              <a:extLst>
                <a:ext uri="{FF2B5EF4-FFF2-40B4-BE49-F238E27FC236}">
                  <a16:creationId xmlns:a16="http://schemas.microsoft.com/office/drawing/2014/main" id="{0DBBB94E-15E5-42D1-A617-70B91FC06DD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14" name="Freeform 68">
                <a:extLst>
                  <a:ext uri="{FF2B5EF4-FFF2-40B4-BE49-F238E27FC236}">
                    <a16:creationId xmlns:a16="http://schemas.microsoft.com/office/drawing/2014/main" id="{2C81B35A-4CE9-4440-B050-12A299FA65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69">
                <a:extLst>
                  <a:ext uri="{FF2B5EF4-FFF2-40B4-BE49-F238E27FC236}">
                    <a16:creationId xmlns:a16="http://schemas.microsoft.com/office/drawing/2014/main" id="{A0D17983-4044-441A-ADBD-E035D9AE7E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6" name="Line 70">
                <a:extLst>
                  <a:ext uri="{FF2B5EF4-FFF2-40B4-BE49-F238E27FC236}">
                    <a16:creationId xmlns:a16="http://schemas.microsoft.com/office/drawing/2014/main" id="{19F1FD06-FDAD-4A4F-BFA2-40C00615ED5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0" name="Group 109">
              <a:extLst>
                <a:ext uri="{FF2B5EF4-FFF2-40B4-BE49-F238E27FC236}">
                  <a16:creationId xmlns:a16="http://schemas.microsoft.com/office/drawing/2014/main" id="{7EFDE4C0-4728-4BFA-AB30-F128558D043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11" name="Freeform 68">
                <a:extLst>
                  <a:ext uri="{FF2B5EF4-FFF2-40B4-BE49-F238E27FC236}">
                    <a16:creationId xmlns:a16="http://schemas.microsoft.com/office/drawing/2014/main" id="{1D506130-A061-4892-B4AB-FC514FF04A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69">
                <a:extLst>
                  <a:ext uri="{FF2B5EF4-FFF2-40B4-BE49-F238E27FC236}">
                    <a16:creationId xmlns:a16="http://schemas.microsoft.com/office/drawing/2014/main" id="{49AD3E33-5B3A-488D-9055-A66F489647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3" name="Line 70">
                <a:extLst>
                  <a:ext uri="{FF2B5EF4-FFF2-40B4-BE49-F238E27FC236}">
                    <a16:creationId xmlns:a16="http://schemas.microsoft.com/office/drawing/2014/main" id="{A5CE7C61-384B-4565-8779-29E91BEF4C57}"/>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18" name="Group 117">
            <a:extLst>
              <a:ext uri="{FF2B5EF4-FFF2-40B4-BE49-F238E27FC236}">
                <a16:creationId xmlns:a16="http://schemas.microsoft.com/office/drawing/2014/main" id="{5EE5DB50-1341-4A9E-A206-967EBBDE44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11020476" y="5368081"/>
            <a:ext cx="641183" cy="1069728"/>
            <a:chOff x="6484112" y="2967038"/>
            <a:chExt cx="641183" cy="1069728"/>
          </a:xfrm>
        </p:grpSpPr>
        <p:grpSp>
          <p:nvGrpSpPr>
            <p:cNvPr id="119" name="Group 118">
              <a:extLst>
                <a:ext uri="{FF2B5EF4-FFF2-40B4-BE49-F238E27FC236}">
                  <a16:creationId xmlns:a16="http://schemas.microsoft.com/office/drawing/2014/main" id="{19A84626-F20C-4555-AFAF-1A2B70D3D9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24" name="Freeform 68">
                <a:extLst>
                  <a:ext uri="{FF2B5EF4-FFF2-40B4-BE49-F238E27FC236}">
                    <a16:creationId xmlns:a16="http://schemas.microsoft.com/office/drawing/2014/main" id="{561A2DEB-32E0-497B-AFF5-12455326DC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5" name="Freeform 69">
                <a:extLst>
                  <a:ext uri="{FF2B5EF4-FFF2-40B4-BE49-F238E27FC236}">
                    <a16:creationId xmlns:a16="http://schemas.microsoft.com/office/drawing/2014/main" id="{F74C0FA4-7280-478C-9F0A-5C44367405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6" name="Line 70">
                <a:extLst>
                  <a:ext uri="{FF2B5EF4-FFF2-40B4-BE49-F238E27FC236}">
                    <a16:creationId xmlns:a16="http://schemas.microsoft.com/office/drawing/2014/main" id="{6055EE13-719B-42CB-B390-656E3D7ED4B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0" name="Group 119">
              <a:extLst>
                <a:ext uri="{FF2B5EF4-FFF2-40B4-BE49-F238E27FC236}">
                  <a16:creationId xmlns:a16="http://schemas.microsoft.com/office/drawing/2014/main" id="{0AFE4A8F-11DC-406B-81CA-1EFF5D00CE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21" name="Freeform 68">
                <a:extLst>
                  <a:ext uri="{FF2B5EF4-FFF2-40B4-BE49-F238E27FC236}">
                    <a16:creationId xmlns:a16="http://schemas.microsoft.com/office/drawing/2014/main" id="{1220809B-3187-4A4E-B1B4-931C71836CC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69">
                <a:extLst>
                  <a:ext uri="{FF2B5EF4-FFF2-40B4-BE49-F238E27FC236}">
                    <a16:creationId xmlns:a16="http://schemas.microsoft.com/office/drawing/2014/main" id="{FA8BADC2-4522-4CCB-B068-9C3AC1F1EF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3" name="Line 70">
                <a:extLst>
                  <a:ext uri="{FF2B5EF4-FFF2-40B4-BE49-F238E27FC236}">
                    <a16:creationId xmlns:a16="http://schemas.microsoft.com/office/drawing/2014/main" id="{8507DFE2-C18B-40C2-A945-EFDD0D8EC93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pic>
        <p:nvPicPr>
          <p:cNvPr id="5" name="Picture 4" descr="A screenshot of a computer&#10;&#10;Description automatically generated">
            <a:extLst>
              <a:ext uri="{FF2B5EF4-FFF2-40B4-BE49-F238E27FC236}">
                <a16:creationId xmlns:a16="http://schemas.microsoft.com/office/drawing/2014/main" id="{FCE0E14B-1D19-1D36-5FAE-C9E0EAF9DEE8}"/>
              </a:ext>
            </a:extLst>
          </p:cNvPr>
          <p:cNvPicPr>
            <a:picLocks noChangeAspect="1"/>
          </p:cNvPicPr>
          <p:nvPr/>
        </p:nvPicPr>
        <p:blipFill>
          <a:blip r:embed="rId4"/>
          <a:stretch>
            <a:fillRect/>
          </a:stretch>
        </p:blipFill>
        <p:spPr>
          <a:xfrm>
            <a:off x="613223" y="4168431"/>
            <a:ext cx="10711154" cy="2195097"/>
          </a:xfrm>
          <a:prstGeom prst="rect">
            <a:avLst/>
          </a:prstGeom>
        </p:spPr>
      </p:pic>
    </p:spTree>
    <p:extLst>
      <p:ext uri="{BB962C8B-B14F-4D97-AF65-F5344CB8AC3E}">
        <p14:creationId xmlns:p14="http://schemas.microsoft.com/office/powerpoint/2010/main" val="390297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80F8C-6DC1-E84E-D506-B47F9D8B87B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5B7AE9D-E065-7F28-9645-487ACC68A4C9}"/>
              </a:ext>
            </a:extLst>
          </p:cNvPr>
          <p:cNvSpPr>
            <a:spLocks noGrp="1"/>
          </p:cNvSpPr>
          <p:nvPr>
            <p:ph type="title"/>
          </p:nvPr>
        </p:nvSpPr>
        <p:spPr>
          <a:xfrm>
            <a:off x="1691045" y="687772"/>
            <a:ext cx="8664282" cy="533980"/>
          </a:xfrm>
        </p:spPr>
        <p:txBody>
          <a:bodyPr vert="horz" lIns="91440" tIns="45720" rIns="91440" bIns="45720" rtlCol="0" anchor="b" anchorCtr="0">
            <a:normAutofit fontScale="90000"/>
          </a:bodyPr>
          <a:lstStyle/>
          <a:p>
            <a:r>
              <a:rPr lang="en-US"/>
              <a:t>Large Dataset Comparison</a:t>
            </a:r>
            <a:endParaRPr lang="en-US" dirty="0"/>
          </a:p>
        </p:txBody>
      </p:sp>
      <p:pic>
        <p:nvPicPr>
          <p:cNvPr id="3" name="Picture 2">
            <a:extLst>
              <a:ext uri="{FF2B5EF4-FFF2-40B4-BE49-F238E27FC236}">
                <a16:creationId xmlns:a16="http://schemas.microsoft.com/office/drawing/2014/main" id="{5543FA3D-F8E7-95E1-A65D-923B8B339A8E}"/>
              </a:ext>
            </a:extLst>
          </p:cNvPr>
          <p:cNvPicPr>
            <a:picLocks noChangeAspect="1"/>
          </p:cNvPicPr>
          <p:nvPr/>
        </p:nvPicPr>
        <p:blipFill>
          <a:blip r:embed="rId3"/>
          <a:srcRect/>
          <a:stretch/>
        </p:blipFill>
        <p:spPr>
          <a:xfrm>
            <a:off x="2940959" y="1546049"/>
            <a:ext cx="6556147" cy="4707872"/>
          </a:xfrm>
          <a:prstGeom prst="rect">
            <a:avLst/>
          </a:prstGeom>
        </p:spPr>
      </p:pic>
    </p:spTree>
    <p:extLst>
      <p:ext uri="{BB962C8B-B14F-4D97-AF65-F5344CB8AC3E}">
        <p14:creationId xmlns:p14="http://schemas.microsoft.com/office/powerpoint/2010/main" val="4121363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p:txBody>
          <a:bodyPr/>
          <a:lstStyle/>
          <a:p>
            <a:r>
              <a:rPr lang="en-US" dirty="0"/>
              <a:t>Result</a:t>
            </a:r>
          </a:p>
        </p:txBody>
      </p:sp>
      <p:graphicFrame>
        <p:nvGraphicFramePr>
          <p:cNvPr id="20" name="Content Placeholder 17">
            <a:extLst>
              <a:ext uri="{FF2B5EF4-FFF2-40B4-BE49-F238E27FC236}">
                <a16:creationId xmlns:a16="http://schemas.microsoft.com/office/drawing/2014/main" id="{08F12114-3C3D-1A3B-1B86-7F6636826393}"/>
              </a:ext>
            </a:extLst>
          </p:cNvPr>
          <p:cNvGraphicFramePr>
            <a:graphicFrameLocks noGrp="1"/>
          </p:cNvGraphicFramePr>
          <p:nvPr>
            <p:ph idx="10"/>
          </p:nvPr>
        </p:nvGraphicFramePr>
        <p:xfrm>
          <a:off x="568164" y="1997132"/>
          <a:ext cx="5296778" cy="42322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5" name="Content Placeholder 18">
            <a:extLst>
              <a:ext uri="{FF2B5EF4-FFF2-40B4-BE49-F238E27FC236}">
                <a16:creationId xmlns:a16="http://schemas.microsoft.com/office/drawing/2014/main" id="{74BD87A9-1BDA-A162-93E6-ABF9D3330593}"/>
              </a:ext>
            </a:extLst>
          </p:cNvPr>
          <p:cNvGraphicFramePr>
            <a:graphicFrameLocks noGrp="1"/>
          </p:cNvGraphicFramePr>
          <p:nvPr>
            <p:ph type="tbl" sz="quarter" idx="11"/>
            <p:extLst>
              <p:ext uri="{D42A27DB-BD31-4B8C-83A1-F6EECF244321}">
                <p14:modId xmlns:p14="http://schemas.microsoft.com/office/powerpoint/2010/main" val="176194790"/>
              </p:ext>
            </p:extLst>
          </p:nvPr>
        </p:nvGraphicFramePr>
        <p:xfrm>
          <a:off x="6095999" y="737419"/>
          <a:ext cx="4670323" cy="5484363"/>
        </p:xfrm>
        <a:graphic>
          <a:graphicData uri="http://schemas.openxmlformats.org/drawingml/2006/table">
            <a:tbl>
              <a:tblPr firstRow="1" bandRow="1">
                <a:tableStyleId>{0505E3EF-67EA-436B-97B2-0124C06EBD24}</a:tableStyleId>
              </a:tblPr>
              <a:tblGrid>
                <a:gridCol w="2441127">
                  <a:extLst>
                    <a:ext uri="{9D8B030D-6E8A-4147-A177-3AD203B41FA5}">
                      <a16:colId xmlns:a16="http://schemas.microsoft.com/office/drawing/2014/main" val="1953879122"/>
                    </a:ext>
                  </a:extLst>
                </a:gridCol>
                <a:gridCol w="2229196">
                  <a:extLst>
                    <a:ext uri="{9D8B030D-6E8A-4147-A177-3AD203B41FA5}">
                      <a16:colId xmlns:a16="http://schemas.microsoft.com/office/drawing/2014/main" val="1754314948"/>
                    </a:ext>
                  </a:extLst>
                </a:gridCol>
              </a:tblGrid>
              <a:tr h="1154491">
                <a:tc>
                  <a:txBody>
                    <a:bodyPr/>
                    <a:lstStyle/>
                    <a:p>
                      <a:pPr algn="ctr"/>
                      <a:r>
                        <a:rPr lang="en-US" sz="1800" b="1" dirty="0">
                          <a:solidFill>
                            <a:sysClr val="windowText" lastClr="000000"/>
                          </a:solidFill>
                        </a:rPr>
                        <a:t>Dataset Characteristic</a:t>
                      </a:r>
                    </a:p>
                  </a:txBody>
                  <a:tcPr anchor="ctr"/>
                </a:tc>
                <a:tc>
                  <a:txBody>
                    <a:bodyPr/>
                    <a:lstStyle/>
                    <a:p>
                      <a:pPr algn="ctr"/>
                      <a:r>
                        <a:rPr lang="en-US" sz="1800" b="1" dirty="0">
                          <a:solidFill>
                            <a:sysClr val="windowText" lastClr="000000"/>
                          </a:solidFill>
                        </a:rPr>
                        <a:t>AUC</a:t>
                      </a:r>
                    </a:p>
                  </a:txBody>
                  <a:tcPr anchor="ctr"/>
                </a:tc>
                <a:extLst>
                  <a:ext uri="{0D108BD9-81ED-4DB2-BD59-A6C34878D82A}">
                    <a16:rowId xmlns:a16="http://schemas.microsoft.com/office/drawing/2014/main" val="217027855"/>
                  </a:ext>
                </a:extLst>
              </a:tr>
              <a:tr h="1010445">
                <a:tc>
                  <a:txBody>
                    <a:bodyPr/>
                    <a:lstStyle/>
                    <a:p>
                      <a:pPr algn="ctr"/>
                      <a:r>
                        <a:rPr lang="en-US" sz="1800" dirty="0"/>
                        <a:t>Small Balanced</a:t>
                      </a:r>
                    </a:p>
                  </a:txBody>
                  <a:tcPr anchor="ctr"/>
                </a:tc>
                <a:tc>
                  <a:txBody>
                    <a:bodyPr/>
                    <a:lstStyle/>
                    <a:p>
                      <a:pPr algn="ctr"/>
                      <a:r>
                        <a:rPr lang="en-US" sz="1800" dirty="0"/>
                        <a:t>1.00</a:t>
                      </a:r>
                    </a:p>
                  </a:txBody>
                  <a:tcPr anchor="ctr"/>
                </a:tc>
                <a:extLst>
                  <a:ext uri="{0D108BD9-81ED-4DB2-BD59-A6C34878D82A}">
                    <a16:rowId xmlns:a16="http://schemas.microsoft.com/office/drawing/2014/main" val="3504089530"/>
                  </a:ext>
                </a:extLst>
              </a:tr>
              <a:tr h="1154491">
                <a:tc>
                  <a:txBody>
                    <a:bodyPr/>
                    <a:lstStyle/>
                    <a:p>
                      <a:pPr algn="ctr"/>
                      <a:r>
                        <a:rPr lang="en-US" sz="1800" dirty="0"/>
                        <a:t>Small</a:t>
                      </a:r>
                    </a:p>
                    <a:p>
                      <a:pPr algn="ctr"/>
                      <a:r>
                        <a:rPr lang="en-US" sz="1800" dirty="0"/>
                        <a:t>Imbalanced</a:t>
                      </a:r>
                    </a:p>
                  </a:txBody>
                  <a:tcPr anchor="ctr"/>
                </a:tc>
                <a:tc>
                  <a:txBody>
                    <a:bodyPr/>
                    <a:lstStyle/>
                    <a:p>
                      <a:pPr algn="ctr"/>
                      <a:r>
                        <a:rPr lang="en-US" sz="1800" dirty="0"/>
                        <a:t>0.97</a:t>
                      </a:r>
                    </a:p>
                  </a:txBody>
                  <a:tcPr anchor="ctr"/>
                </a:tc>
                <a:extLst>
                  <a:ext uri="{0D108BD9-81ED-4DB2-BD59-A6C34878D82A}">
                    <a16:rowId xmlns:a16="http://schemas.microsoft.com/office/drawing/2014/main" val="2230475111"/>
                  </a:ext>
                </a:extLst>
              </a:tr>
              <a:tr h="1010445">
                <a:tc>
                  <a:txBody>
                    <a:bodyPr/>
                    <a:lstStyle/>
                    <a:p>
                      <a:pPr algn="ctr"/>
                      <a:r>
                        <a:rPr lang="en-US" sz="1800" dirty="0"/>
                        <a:t>Large Balanced</a:t>
                      </a:r>
                    </a:p>
                  </a:txBody>
                  <a:tcPr anchor="ctr"/>
                </a:tc>
                <a:tc>
                  <a:txBody>
                    <a:bodyPr/>
                    <a:lstStyle/>
                    <a:p>
                      <a:pPr algn="ctr"/>
                      <a:r>
                        <a:rPr lang="en-US" sz="1800" dirty="0"/>
                        <a:t>1.00</a:t>
                      </a:r>
                    </a:p>
                  </a:txBody>
                  <a:tcPr anchor="ctr"/>
                </a:tc>
                <a:extLst>
                  <a:ext uri="{0D108BD9-81ED-4DB2-BD59-A6C34878D82A}">
                    <a16:rowId xmlns:a16="http://schemas.microsoft.com/office/drawing/2014/main" val="268051783"/>
                  </a:ext>
                </a:extLst>
              </a:tr>
              <a:tr h="1154491">
                <a:tc>
                  <a:txBody>
                    <a:bodyPr/>
                    <a:lstStyle/>
                    <a:p>
                      <a:pPr algn="ctr"/>
                      <a:r>
                        <a:rPr lang="en-US" sz="1800" dirty="0"/>
                        <a:t>Large Imbalanced</a:t>
                      </a:r>
                    </a:p>
                  </a:txBody>
                  <a:tcPr anchor="ctr"/>
                </a:tc>
                <a:tc>
                  <a:txBody>
                    <a:bodyPr/>
                    <a:lstStyle/>
                    <a:p>
                      <a:pPr algn="ctr"/>
                      <a:r>
                        <a:rPr lang="en-US" sz="1800" dirty="0"/>
                        <a:t>0.31</a:t>
                      </a:r>
                    </a:p>
                  </a:txBody>
                  <a:tcPr anchor="ctr"/>
                </a:tc>
                <a:extLst>
                  <a:ext uri="{0D108BD9-81ED-4DB2-BD59-A6C34878D82A}">
                    <a16:rowId xmlns:a16="http://schemas.microsoft.com/office/drawing/2014/main" val="2961464013"/>
                  </a:ext>
                </a:extLst>
              </a:tr>
            </a:tbl>
          </a:graphicData>
        </a:graphic>
      </p:graphicFrame>
    </p:spTree>
    <p:extLst>
      <p:ext uri="{BB962C8B-B14F-4D97-AF65-F5344CB8AC3E}">
        <p14:creationId xmlns:p14="http://schemas.microsoft.com/office/powerpoint/2010/main" val="4212917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79EBE4F-3CB3-F039-1954-40670116E357}"/>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7"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6"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20" name="Rectangle 19">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EF5910C4-604F-1DC7-64FA-668C5DA3FD27}"/>
              </a:ext>
            </a:extLst>
          </p:cNvPr>
          <p:cNvSpPr>
            <a:spLocks noGrp="1"/>
          </p:cNvSpPr>
          <p:nvPr>
            <p:ph type="title"/>
          </p:nvPr>
        </p:nvSpPr>
        <p:spPr>
          <a:xfrm>
            <a:off x="3775920" y="1536372"/>
            <a:ext cx="4636800" cy="2138400"/>
          </a:xfrm>
        </p:spPr>
        <p:txBody>
          <a:bodyPr vert="horz" lIns="91440" tIns="45720" rIns="91440" bIns="45720" rtlCol="0" anchor="b" anchorCtr="0">
            <a:normAutofit/>
          </a:bodyPr>
          <a:lstStyle/>
          <a:p>
            <a:r>
              <a:rPr lang="en-US" dirty="0"/>
              <a:t>05. Discussions</a:t>
            </a:r>
          </a:p>
        </p:txBody>
      </p:sp>
      <p:grpSp>
        <p:nvGrpSpPr>
          <p:cNvPr id="22" name="Group 21">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23" name="Group 22">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42"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56" name="Group 55">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7"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4" name="Group 23">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34" name="Group 33">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8" name="Straight Connector 37">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0"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6" name="Freeform: Shape 35">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7" name="Freeform: Shape 36">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6" name="Group 25">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31"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8"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5" name="Straight Connector 64">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68" name="Group 67">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87"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6"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02"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69" name="Group 68">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79" name="Group 78">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83" name="Straight Connector 82">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5"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81" name="Freeform: Shape 80">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82" name="Freeform: Shape 81">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70" name="Group 69">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71" name="Group 70">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76"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2" name="Group 71">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73"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194293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08BA393-E011-87D5-5A2C-5721EC70BB05}"/>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9B4757C4-228A-47E5-94C8-058312AB27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323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9" name="Content Placeholder 17">
            <a:extLst>
              <a:ext uri="{FF2B5EF4-FFF2-40B4-BE49-F238E27FC236}">
                <a16:creationId xmlns:a16="http://schemas.microsoft.com/office/drawing/2014/main" id="{6E03B117-3A5E-C769-8422-4D62465361F7}"/>
              </a:ext>
            </a:extLst>
          </p:cNvPr>
          <p:cNvGraphicFramePr/>
          <p:nvPr>
            <p:extLst>
              <p:ext uri="{D42A27DB-BD31-4B8C-83A1-F6EECF244321}">
                <p14:modId xmlns:p14="http://schemas.microsoft.com/office/powerpoint/2010/main" val="2378985998"/>
              </p:ext>
            </p:extLst>
          </p:nvPr>
        </p:nvGraphicFramePr>
        <p:xfrm>
          <a:off x="452285" y="1917290"/>
          <a:ext cx="11198722" cy="43114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le 6">
            <a:extLst>
              <a:ext uri="{FF2B5EF4-FFF2-40B4-BE49-F238E27FC236}">
                <a16:creationId xmlns:a16="http://schemas.microsoft.com/office/drawing/2014/main" id="{7A23EFDB-C723-E8C2-E987-0F7A3E66B0D1}"/>
              </a:ext>
            </a:extLst>
          </p:cNvPr>
          <p:cNvSpPr>
            <a:spLocks noGrp="1"/>
          </p:cNvSpPr>
          <p:nvPr>
            <p:ph type="title"/>
          </p:nvPr>
        </p:nvSpPr>
        <p:spPr>
          <a:xfrm>
            <a:off x="452285" y="427704"/>
            <a:ext cx="11198722" cy="1150374"/>
          </a:xfrm>
        </p:spPr>
        <p:txBody>
          <a:bodyPr vert="horz" lIns="91440" tIns="45720" rIns="91440" bIns="45720" rtlCol="0" anchor="t" anchorCtr="0">
            <a:normAutofit/>
          </a:bodyPr>
          <a:lstStyle/>
          <a:p>
            <a:r>
              <a:rPr lang="en-US" sz="3200" kern="1200" cap="none" spc="0" baseline="0" dirty="0">
                <a:solidFill>
                  <a:schemeClr val="tx1"/>
                </a:solidFill>
                <a:latin typeface="+mj-lt"/>
                <a:ea typeface="+mj-ea"/>
                <a:cs typeface="+mj-cs"/>
              </a:rPr>
              <a:t>A significant impact of dataset composition</a:t>
            </a:r>
            <a:br>
              <a:rPr lang="en-US" sz="3200" kern="1200" cap="none" spc="0" baseline="0" dirty="0">
                <a:solidFill>
                  <a:schemeClr val="tx1"/>
                </a:solidFill>
                <a:latin typeface="+mj-lt"/>
                <a:ea typeface="+mj-ea"/>
                <a:cs typeface="+mj-cs"/>
              </a:rPr>
            </a:br>
            <a:r>
              <a:rPr lang="en-US" sz="3200" dirty="0"/>
              <a:t> on </a:t>
            </a:r>
            <a:r>
              <a:rPr lang="en-US" sz="3200" kern="1200" cap="none" spc="0" baseline="0" dirty="0">
                <a:solidFill>
                  <a:schemeClr val="tx1"/>
                </a:solidFill>
                <a:latin typeface="+mj-lt"/>
                <a:ea typeface="+mj-ea"/>
                <a:cs typeface="+mj-cs"/>
              </a:rPr>
              <a:t>model fairness and transparency</a:t>
            </a:r>
          </a:p>
        </p:txBody>
      </p:sp>
    </p:spTree>
    <p:extLst>
      <p:ext uri="{BB962C8B-B14F-4D97-AF65-F5344CB8AC3E}">
        <p14:creationId xmlns:p14="http://schemas.microsoft.com/office/powerpoint/2010/main" val="388384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E5955-F258-AEED-F64C-60BA243C986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F328308-FD92-3214-F91A-A781BA3927B5}"/>
              </a:ext>
            </a:extLst>
          </p:cNvPr>
          <p:cNvSpPr>
            <a:spLocks noGrp="1"/>
          </p:cNvSpPr>
          <p:nvPr>
            <p:ph type="title"/>
          </p:nvPr>
        </p:nvSpPr>
        <p:spPr>
          <a:xfrm>
            <a:off x="609600" y="946800"/>
            <a:ext cx="3182786" cy="4689475"/>
          </a:xfrm>
        </p:spPr>
        <p:txBody>
          <a:bodyPr vert="horz" lIns="91440" tIns="45720" rIns="91440" bIns="45720" rtlCol="0" anchor="t" anchorCtr="0">
            <a:normAutofit/>
          </a:bodyPr>
          <a:lstStyle/>
          <a:p>
            <a:pPr algn="l"/>
            <a:r>
              <a:rPr lang="en-US" sz="3600" kern="1200" cap="none" spc="0" baseline="0" dirty="0">
                <a:solidFill>
                  <a:schemeClr val="tx1"/>
                </a:solidFill>
              </a:rPr>
              <a:t>Discussion of Limitation</a:t>
            </a:r>
            <a:br>
              <a:rPr lang="en-US" sz="3600" kern="1200" cap="none" spc="0" baseline="0" dirty="0">
                <a:solidFill>
                  <a:schemeClr val="tx1"/>
                </a:solidFill>
              </a:rPr>
            </a:br>
            <a:br>
              <a:rPr lang="en-US" sz="3600" dirty="0"/>
            </a:br>
            <a:r>
              <a:rPr lang="en-US" sz="3600" dirty="0"/>
              <a:t>Several limitations of this research</a:t>
            </a:r>
            <a:endParaRPr lang="en-US" sz="3600" kern="1200" cap="none" spc="0" baseline="0" dirty="0">
              <a:solidFill>
                <a:schemeClr val="tx1"/>
              </a:solidFill>
            </a:endParaRPr>
          </a:p>
        </p:txBody>
      </p:sp>
      <p:graphicFrame>
        <p:nvGraphicFramePr>
          <p:cNvPr id="9" name="Content Placeholder 17">
            <a:extLst>
              <a:ext uri="{FF2B5EF4-FFF2-40B4-BE49-F238E27FC236}">
                <a16:creationId xmlns:a16="http://schemas.microsoft.com/office/drawing/2014/main" id="{9CAFDF7B-ADAA-B5D2-0AF2-514CEFB8F13E}"/>
              </a:ext>
            </a:extLst>
          </p:cNvPr>
          <p:cNvGraphicFramePr/>
          <p:nvPr>
            <p:extLst>
              <p:ext uri="{D42A27DB-BD31-4B8C-83A1-F6EECF244321}">
                <p14:modId xmlns:p14="http://schemas.microsoft.com/office/powerpoint/2010/main" val="266549754"/>
              </p:ext>
            </p:extLst>
          </p:nvPr>
        </p:nvGraphicFramePr>
        <p:xfrm>
          <a:off x="4982215" y="537330"/>
          <a:ext cx="6668792"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853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A4FD31C-9CC5-F253-B650-837863A2FAAE}"/>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7"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6"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20" name="Rectangle 19">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089FE40E-C0F2-0976-8481-80710EEBFE62}"/>
              </a:ext>
            </a:extLst>
          </p:cNvPr>
          <p:cNvSpPr>
            <a:spLocks noGrp="1"/>
          </p:cNvSpPr>
          <p:nvPr>
            <p:ph type="title"/>
          </p:nvPr>
        </p:nvSpPr>
        <p:spPr>
          <a:xfrm>
            <a:off x="3796116" y="1552471"/>
            <a:ext cx="4636800" cy="2138400"/>
          </a:xfrm>
        </p:spPr>
        <p:txBody>
          <a:bodyPr vert="horz" lIns="91440" tIns="45720" rIns="91440" bIns="45720" rtlCol="0" anchor="b" anchorCtr="0">
            <a:normAutofit/>
          </a:bodyPr>
          <a:lstStyle/>
          <a:p>
            <a:r>
              <a:rPr lang="en-US" dirty="0"/>
              <a:t>06. Conclusions</a:t>
            </a:r>
          </a:p>
        </p:txBody>
      </p:sp>
      <p:grpSp>
        <p:nvGrpSpPr>
          <p:cNvPr id="22" name="Group 21">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23" name="Group 22">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42"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56" name="Group 55">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7"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4" name="Group 23">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34" name="Group 33">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8" name="Straight Connector 37">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0"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6" name="Freeform: Shape 35">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7" name="Freeform: Shape 36">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6" name="Group 25">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31"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8"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5" name="Straight Connector 64">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68" name="Group 67">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87"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6"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02"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69" name="Group 68">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79" name="Group 78">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83" name="Straight Connector 82">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5"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81" name="Freeform: Shape 80">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82" name="Freeform: Shape 81">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70" name="Group 69">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71" name="Group 70">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76"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2" name="Group 71">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73"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62642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54D505C-B749-DD27-0652-DC800194A1F0}"/>
            </a:ext>
          </a:extLst>
        </p:cNvPr>
        <p:cNvGrpSpPr/>
        <p:nvPr/>
      </p:nvGrpSpPr>
      <p:grpSpPr>
        <a:xfrm>
          <a:off x="0" y="0"/>
          <a:ext cx="0" cy="0"/>
          <a:chOff x="0" y="0"/>
          <a:chExt cx="0" cy="0"/>
        </a:xfrm>
      </p:grpSpPr>
      <p:cxnSp>
        <p:nvCxnSpPr>
          <p:cNvPr id="113" name="Straight Connector 112">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15" name="Group 114">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16" name="Group 115">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8"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17"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21" name="Rectangle 120">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3" name="Straight Connector 122">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1392239"/>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25" name="Rectangle 124">
            <a:extLst>
              <a:ext uri="{FF2B5EF4-FFF2-40B4-BE49-F238E27FC236}">
                <a16:creationId xmlns:a16="http://schemas.microsoft.com/office/drawing/2014/main" id="{5803EFCD-EE34-4F9B-896E-857170114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43213"/>
            <a:ext cx="12192000" cy="4014787"/>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extBox 5">
            <a:extLst>
              <a:ext uri="{FF2B5EF4-FFF2-40B4-BE49-F238E27FC236}">
                <a16:creationId xmlns:a16="http://schemas.microsoft.com/office/drawing/2014/main" id="{71EBA56D-BF2A-C4EA-135E-8E2EE23A4D57}"/>
              </a:ext>
            </a:extLst>
          </p:cNvPr>
          <p:cNvSpPr txBox="1"/>
          <p:nvPr/>
        </p:nvSpPr>
        <p:spPr>
          <a:xfrm>
            <a:off x="1469922" y="1568246"/>
            <a:ext cx="9856787" cy="4801314"/>
          </a:xfrm>
          <a:prstGeom prst="rect">
            <a:avLst/>
          </a:prstGeom>
          <a:noFill/>
        </p:spPr>
        <p:txBody>
          <a:bodyPr wrap="square">
            <a:spAutoFit/>
          </a:bodyPr>
          <a:lstStyle/>
          <a:p>
            <a:pPr lvl="0"/>
            <a:r>
              <a:rPr lang="en-ID" b="1" dirty="0"/>
              <a:t>Impact of Dataset Imbalance: </a:t>
            </a:r>
          </a:p>
          <a:p>
            <a:pPr lvl="0"/>
            <a:r>
              <a:rPr lang="en-ID" dirty="0"/>
              <a:t>Models trained on imbalanced datasets showed bias, favouring the majority class and ignore the minority classes. This bias becomes more obvious when the size of the dataset increase.</a:t>
            </a:r>
          </a:p>
          <a:p>
            <a:pPr lvl="0"/>
            <a:endParaRPr lang="en-ID" dirty="0"/>
          </a:p>
          <a:p>
            <a:pPr lvl="0"/>
            <a:r>
              <a:rPr lang="en-US" b="1" dirty="0"/>
              <a:t>Misleading Effects of Small Sample Sizes: </a:t>
            </a:r>
          </a:p>
          <a:p>
            <a:pPr lvl="0"/>
            <a:r>
              <a:rPr lang="en-US" dirty="0"/>
              <a:t>The research also highlights how small sample sizes can provide a false sense of fairness, with models appearing to perform well on minority classes. As the sample size increases, the model’s bias becomes clearer, with performance metrics such as recall drop for the minority class. </a:t>
            </a:r>
          </a:p>
          <a:p>
            <a:pPr lvl="0"/>
            <a:endParaRPr lang="en-US" dirty="0"/>
          </a:p>
          <a:p>
            <a:pPr lvl="0"/>
            <a:r>
              <a:rPr lang="en-US" b="1" dirty="0"/>
              <a:t>The Importance of Documentation: </a:t>
            </a:r>
          </a:p>
          <a:p>
            <a:pPr lvl="0"/>
            <a:r>
              <a:rPr lang="en-US" dirty="0"/>
              <a:t>This study recommends the documentation of dataset characteristics into Responsible AI (XAI) practices. </a:t>
            </a:r>
          </a:p>
          <a:p>
            <a:pPr lvl="0"/>
            <a:r>
              <a:rPr lang="en-US" dirty="0"/>
              <a:t>By documenting whether dataset’s characteristic, will gain more trust from the stakeholders about the AI systems.</a:t>
            </a:r>
          </a:p>
          <a:p>
            <a:pPr lvl="0"/>
            <a:endParaRPr lang="en-US" dirty="0"/>
          </a:p>
          <a:p>
            <a:pPr lvl="0"/>
            <a:endParaRPr lang="en-ID" dirty="0"/>
          </a:p>
        </p:txBody>
      </p:sp>
      <p:sp>
        <p:nvSpPr>
          <p:cNvPr id="8" name="Title 6">
            <a:extLst>
              <a:ext uri="{FF2B5EF4-FFF2-40B4-BE49-F238E27FC236}">
                <a16:creationId xmlns:a16="http://schemas.microsoft.com/office/drawing/2014/main" id="{63B4EFF9-A80A-8F94-D3F5-0F4E5CBAD87B}"/>
              </a:ext>
            </a:extLst>
          </p:cNvPr>
          <p:cNvSpPr>
            <a:spLocks noGrp="1"/>
          </p:cNvSpPr>
          <p:nvPr>
            <p:ph type="title"/>
          </p:nvPr>
        </p:nvSpPr>
        <p:spPr>
          <a:xfrm>
            <a:off x="452285" y="427704"/>
            <a:ext cx="11115367" cy="712838"/>
          </a:xfrm>
        </p:spPr>
        <p:txBody>
          <a:bodyPr vert="horz" lIns="91440" tIns="45720" rIns="91440" bIns="45720" rtlCol="0" anchor="t" anchorCtr="0">
            <a:normAutofit/>
          </a:bodyPr>
          <a:lstStyle/>
          <a:p>
            <a:r>
              <a:rPr lang="en-US" sz="3200" kern="1200" cap="none" spc="0" baseline="0" dirty="0">
                <a:solidFill>
                  <a:schemeClr val="tx1"/>
                </a:solidFill>
                <a:latin typeface="+mj-lt"/>
                <a:ea typeface="+mj-ea"/>
                <a:cs typeface="+mj-cs"/>
              </a:rPr>
              <a:t>Summary of the Key Findings</a:t>
            </a:r>
          </a:p>
        </p:txBody>
      </p:sp>
    </p:spTree>
    <p:extLst>
      <p:ext uri="{BB962C8B-B14F-4D97-AF65-F5344CB8AC3E}">
        <p14:creationId xmlns:p14="http://schemas.microsoft.com/office/powerpoint/2010/main" val="238490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34C0C-1D24-73C5-93EB-0A6EBC152F4D}"/>
            </a:ext>
          </a:extLst>
        </p:cNvPr>
        <p:cNvGrpSpPr/>
        <p:nvPr/>
      </p:nvGrpSpPr>
      <p:grpSpPr>
        <a:xfrm>
          <a:off x="0" y="0"/>
          <a:ext cx="0" cy="0"/>
          <a:chOff x="0" y="0"/>
          <a:chExt cx="0" cy="0"/>
        </a:xfrm>
      </p:grpSpPr>
      <p:sp>
        <p:nvSpPr>
          <p:cNvPr id="8" name="Title 6">
            <a:extLst>
              <a:ext uri="{FF2B5EF4-FFF2-40B4-BE49-F238E27FC236}">
                <a16:creationId xmlns:a16="http://schemas.microsoft.com/office/drawing/2014/main" id="{257B75BF-AADA-D59C-A531-FFC43C1A00D8}"/>
              </a:ext>
            </a:extLst>
          </p:cNvPr>
          <p:cNvSpPr>
            <a:spLocks noGrp="1"/>
          </p:cNvSpPr>
          <p:nvPr>
            <p:ph type="title"/>
          </p:nvPr>
        </p:nvSpPr>
        <p:spPr>
          <a:xfrm>
            <a:off x="452285" y="427704"/>
            <a:ext cx="11115367" cy="712838"/>
          </a:xfrm>
        </p:spPr>
        <p:txBody>
          <a:bodyPr vert="horz" lIns="91440" tIns="45720" rIns="91440" bIns="45720" rtlCol="0" anchor="t" anchorCtr="0">
            <a:normAutofit/>
          </a:bodyPr>
          <a:lstStyle/>
          <a:p>
            <a:r>
              <a:rPr lang="en-US" sz="3200" kern="1200" cap="none" spc="0" baseline="0" dirty="0">
                <a:solidFill>
                  <a:schemeClr val="tx1"/>
                </a:solidFill>
                <a:latin typeface="+mj-lt"/>
                <a:ea typeface="+mj-ea"/>
                <a:cs typeface="+mj-cs"/>
              </a:rPr>
              <a:t>Recommendation for Future Research</a:t>
            </a:r>
          </a:p>
        </p:txBody>
      </p:sp>
      <p:graphicFrame>
        <p:nvGraphicFramePr>
          <p:cNvPr id="12" name="TextBox 5">
            <a:extLst>
              <a:ext uri="{FF2B5EF4-FFF2-40B4-BE49-F238E27FC236}">
                <a16:creationId xmlns:a16="http://schemas.microsoft.com/office/drawing/2014/main" id="{791FC82A-3FEF-A136-4CE9-1B371ACA05A8}"/>
              </a:ext>
            </a:extLst>
          </p:cNvPr>
          <p:cNvGraphicFramePr/>
          <p:nvPr>
            <p:extLst>
              <p:ext uri="{D42A27DB-BD31-4B8C-83A1-F6EECF244321}">
                <p14:modId xmlns:p14="http://schemas.microsoft.com/office/powerpoint/2010/main" val="3998358048"/>
              </p:ext>
            </p:extLst>
          </p:nvPr>
        </p:nvGraphicFramePr>
        <p:xfrm>
          <a:off x="974166" y="1568245"/>
          <a:ext cx="10255622" cy="43126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069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CC7D952-466E-04B7-4041-CBD4A317077C}"/>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7"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6"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20" name="Rectangle 19">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F8917403-AC74-A482-C1D2-E3B585964EE6}"/>
              </a:ext>
            </a:extLst>
          </p:cNvPr>
          <p:cNvSpPr>
            <a:spLocks noGrp="1"/>
          </p:cNvSpPr>
          <p:nvPr>
            <p:ph type="title"/>
          </p:nvPr>
        </p:nvSpPr>
        <p:spPr>
          <a:xfrm>
            <a:off x="3786020" y="1536372"/>
            <a:ext cx="4636800" cy="2138400"/>
          </a:xfrm>
        </p:spPr>
        <p:txBody>
          <a:bodyPr vert="horz" lIns="91440" tIns="45720" rIns="91440" bIns="45720" rtlCol="0" anchor="b" anchorCtr="0">
            <a:normAutofit/>
          </a:bodyPr>
          <a:lstStyle/>
          <a:p>
            <a:r>
              <a:rPr lang="en-US" dirty="0"/>
              <a:t>07. Bibliography</a:t>
            </a:r>
          </a:p>
        </p:txBody>
      </p:sp>
      <p:grpSp>
        <p:nvGrpSpPr>
          <p:cNvPr id="22" name="Group 21">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23" name="Group 22">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42"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56" name="Group 55">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7"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4" name="Group 23">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34" name="Group 33">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8" name="Straight Connector 37">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0"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6" name="Freeform: Shape 35">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7" name="Freeform: Shape 36">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6" name="Group 25">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31"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8"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5" name="Straight Connector 64">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68" name="Group 67">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87"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6"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02"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69" name="Group 68">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79" name="Group 78">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83" name="Straight Connector 82">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5"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81" name="Freeform: Shape 80">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82" name="Freeform: Shape 81">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70" name="Group 69">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71" name="Group 70">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76"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2" name="Group 71">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73"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79449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AC441-23A2-475F-38D4-2DDEE44DFD7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590BC8-0983-D669-DEB0-EE337139AA0A}"/>
              </a:ext>
            </a:extLst>
          </p:cNvPr>
          <p:cNvSpPr>
            <a:spLocks noGrp="1"/>
          </p:cNvSpPr>
          <p:nvPr>
            <p:ph type="title"/>
          </p:nvPr>
        </p:nvSpPr>
        <p:spPr>
          <a:xfrm>
            <a:off x="334298" y="727587"/>
            <a:ext cx="11297264" cy="5624052"/>
          </a:xfrm>
        </p:spPr>
        <p:txBody>
          <a:bodyPr/>
          <a:lstStyle/>
          <a:p>
            <a:pPr marL="190500" indent="-190500" algn="l">
              <a:lnSpc>
                <a:spcPct val="150000"/>
              </a:lnSpc>
            </a:pPr>
            <a:r>
              <a:rPr lang="en-US" sz="1200" dirty="0">
                <a:effectLst/>
                <a:latin typeface="Times New Roman" panose="02020603050405020304" pitchFamily="18" charset="0"/>
                <a:ea typeface="Calibri" panose="020F0502020204030204" pitchFamily="34" charset="0"/>
              </a:rPr>
              <a:t>	[1] </a:t>
            </a:r>
            <a:r>
              <a:rPr lang="en-US" sz="1200" dirty="0" err="1">
                <a:effectLst/>
                <a:latin typeface="Times New Roman" panose="02020603050405020304" pitchFamily="18" charset="0"/>
                <a:ea typeface="Calibri" panose="020F0502020204030204" pitchFamily="34" charset="0"/>
              </a:rPr>
              <a:t>Burkov,A</a:t>
            </a:r>
            <a:r>
              <a:rPr lang="en-US" sz="1200" dirty="0">
                <a:effectLst/>
                <a:latin typeface="Times New Roman" panose="02020603050405020304" pitchFamily="18" charset="0"/>
                <a:ea typeface="Calibri" panose="020F0502020204030204" pitchFamily="34" charset="0"/>
              </a:rPr>
              <a:t>. 2019. </a:t>
            </a:r>
            <a:r>
              <a:rPr lang="en-US" sz="1200" i="1" dirty="0">
                <a:effectLst/>
                <a:latin typeface="Times New Roman" panose="02020603050405020304" pitchFamily="18" charset="0"/>
                <a:ea typeface="Calibri" panose="020F0502020204030204" pitchFamily="34" charset="0"/>
              </a:rPr>
              <a:t>The Hundred-Page Machine Learning Book.</a:t>
            </a:r>
            <a:r>
              <a:rPr lang="en-US" sz="1200" dirty="0">
                <a:effectLst/>
                <a:latin typeface="Times New Roman" panose="02020603050405020304" pitchFamily="18" charset="0"/>
                <a:ea typeface="Calibri" panose="020F0502020204030204" pitchFamily="34" charset="0"/>
              </a:rPr>
              <a:t> Retrieved on October 12, 2024, from</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[2] </a:t>
            </a:r>
            <a:r>
              <a:rPr lang="en-US" sz="1200" dirty="0" err="1">
                <a:effectLst/>
                <a:latin typeface="Times New Roman" panose="02020603050405020304" pitchFamily="18" charset="0"/>
                <a:ea typeface="Calibri" panose="020F0502020204030204" pitchFamily="34" charset="0"/>
              </a:rPr>
              <a:t>Dadkhahnikoo</a:t>
            </a:r>
            <a:r>
              <a:rPr lang="en-US" sz="1200" dirty="0">
                <a:effectLst/>
                <a:latin typeface="Times New Roman" panose="02020603050405020304" pitchFamily="18" charset="0"/>
                <a:ea typeface="Calibri" panose="020F0502020204030204" pitchFamily="34" charset="0"/>
              </a:rPr>
              <a:t>, Neama. (2019-11-11). Incident Number 92. In McGregor, S. (ed.) </a:t>
            </a:r>
            <a:r>
              <a:rPr lang="en-US" sz="1200" i="1" dirty="0">
                <a:effectLst/>
                <a:latin typeface="Times New Roman" panose="02020603050405020304" pitchFamily="18" charset="0"/>
                <a:ea typeface="Calibri" panose="020F0502020204030204" pitchFamily="34" charset="0"/>
              </a:rPr>
              <a:t>Artificial Intelligence Incident Database</a:t>
            </a:r>
            <a:r>
              <a:rPr lang="en-US" sz="1200" dirty="0">
                <a:effectLst/>
                <a:latin typeface="Times New Roman" panose="02020603050405020304" pitchFamily="18" charset="0"/>
                <a:ea typeface="Calibri" panose="020F0502020204030204" pitchFamily="34" charset="0"/>
              </a:rPr>
              <a:t>. Responsible AI Collaborative. Retrieved on October 12, 2024, from </a:t>
            </a:r>
            <a:r>
              <a:rPr lang="en-US" sz="1200" u="sng" dirty="0">
                <a:solidFill>
                  <a:srgbClr val="0000FF"/>
                </a:solidFill>
                <a:effectLst/>
                <a:latin typeface="Times New Roman" panose="02020603050405020304" pitchFamily="18" charset="0"/>
                <a:ea typeface="Calibri" panose="020F0502020204030204" pitchFamily="34" charset="0"/>
                <a:hlinkClick r:id="rId3"/>
              </a:rPr>
              <a:t>https://incidentdatabase.ai/cite/92</a:t>
            </a:r>
            <a:r>
              <a:rPr lang="en-US" sz="1200" dirty="0">
                <a:effectLst/>
                <a:latin typeface="Times New Roman" panose="02020603050405020304" pitchFamily="18" charset="0"/>
                <a:ea typeface="Calibri" panose="020F0502020204030204" pitchFamily="34" charset="0"/>
              </a:rPr>
              <a:t>.</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[3] Johnson, J.M. and </a:t>
            </a:r>
            <a:r>
              <a:rPr lang="en-US" sz="1200" dirty="0" err="1">
                <a:effectLst/>
                <a:latin typeface="Times New Roman" panose="02020603050405020304" pitchFamily="18" charset="0"/>
                <a:ea typeface="Calibri" panose="020F0502020204030204" pitchFamily="34" charset="0"/>
              </a:rPr>
              <a:t>Khoshgoftaar</a:t>
            </a:r>
            <a:r>
              <a:rPr lang="en-US" sz="1200" dirty="0">
                <a:effectLst/>
                <a:latin typeface="Times New Roman" panose="02020603050405020304" pitchFamily="18" charset="0"/>
                <a:ea typeface="Calibri" panose="020F0502020204030204" pitchFamily="34" charset="0"/>
              </a:rPr>
              <a:t>, T.M. 2019. </a:t>
            </a:r>
            <a:r>
              <a:rPr lang="en-US" sz="1200" i="1" dirty="0">
                <a:effectLst/>
                <a:latin typeface="Times New Roman" panose="02020603050405020304" pitchFamily="18" charset="0"/>
                <a:ea typeface="Calibri" panose="020F0502020204030204" pitchFamily="34" charset="0"/>
              </a:rPr>
              <a:t>Survey on deep learning with class imbalance</a:t>
            </a:r>
            <a:r>
              <a:rPr lang="en-US" sz="1200" dirty="0">
                <a:effectLst/>
                <a:latin typeface="Times New Roman" panose="02020603050405020304" pitchFamily="18" charset="0"/>
                <a:ea typeface="Calibri" panose="020F0502020204030204" pitchFamily="34" charset="0"/>
              </a:rPr>
              <a:t>. Journal of Big Data. 6, 27 (2019). https://doi.org/10.1186/s40537-019-0192-5</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[4] </a:t>
            </a:r>
            <a:r>
              <a:rPr lang="en-US" sz="1200" dirty="0" err="1">
                <a:effectLst/>
                <a:latin typeface="Times New Roman" panose="02020603050405020304" pitchFamily="18" charset="0"/>
                <a:ea typeface="Calibri" panose="020F0502020204030204" pitchFamily="34" charset="0"/>
              </a:rPr>
              <a:t>Jurafsky</a:t>
            </a:r>
            <a:r>
              <a:rPr lang="en-US" sz="1200" dirty="0">
                <a:effectLst/>
                <a:latin typeface="Times New Roman" panose="02020603050405020304" pitchFamily="18" charset="0"/>
                <a:ea typeface="Calibri" panose="020F0502020204030204" pitchFamily="34" charset="0"/>
              </a:rPr>
              <a:t>, D., &amp; Martin, J. H. (2024, August 20). </a:t>
            </a:r>
            <a:r>
              <a:rPr lang="en-US" sz="1200" i="1" dirty="0">
                <a:effectLst/>
                <a:latin typeface="Times New Roman" panose="02020603050405020304" pitchFamily="18" charset="0"/>
                <a:ea typeface="Calibri" panose="020F0502020204030204" pitchFamily="34" charset="0"/>
              </a:rPr>
              <a:t>Logistic Regression</a:t>
            </a:r>
            <a:r>
              <a:rPr lang="en-US" sz="1200" dirty="0">
                <a:effectLst/>
                <a:latin typeface="Times New Roman" panose="02020603050405020304" pitchFamily="18" charset="0"/>
                <a:ea typeface="Calibri" panose="020F0502020204030204" pitchFamily="34" charset="0"/>
              </a:rPr>
              <a:t>. In </a:t>
            </a:r>
            <a:r>
              <a:rPr lang="en-US" sz="1200" i="1" dirty="0">
                <a:effectLst/>
                <a:latin typeface="Times New Roman" panose="02020603050405020304" pitchFamily="18" charset="0"/>
                <a:ea typeface="Calibri" panose="020F0502020204030204" pitchFamily="34" charset="0"/>
              </a:rPr>
              <a:t>Speech and Language Processing</a:t>
            </a:r>
            <a:r>
              <a:rPr lang="en-US" sz="1200" dirty="0">
                <a:effectLst/>
                <a:latin typeface="Times New Roman" panose="02020603050405020304" pitchFamily="18" charset="0"/>
                <a:ea typeface="Calibri" panose="020F0502020204030204" pitchFamily="34" charset="0"/>
              </a:rPr>
              <a:t> (3rd ed.). Retrieved from </a:t>
            </a:r>
            <a:r>
              <a:rPr lang="en-US" sz="1200" u="sng" dirty="0">
                <a:solidFill>
                  <a:srgbClr val="0000FF"/>
                </a:solidFill>
                <a:effectLst/>
                <a:latin typeface="Times New Roman" panose="02020603050405020304" pitchFamily="18" charset="0"/>
                <a:ea typeface="Calibri" panose="020F0502020204030204" pitchFamily="34" charset="0"/>
                <a:hlinkClick r:id="rId4"/>
              </a:rPr>
              <a:t>https://web.stanford.edu/~jurafsky/slp3/5.pdf</a:t>
            </a:r>
            <a:r>
              <a:rPr lang="en-US" sz="1200" dirty="0">
                <a:effectLst/>
                <a:latin typeface="Times New Roman" panose="02020603050405020304" pitchFamily="18" charset="0"/>
                <a:ea typeface="Calibri" panose="020F0502020204030204" pitchFamily="34" charset="0"/>
              </a:rPr>
              <a:t>.</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[5]</a:t>
            </a:r>
            <a:r>
              <a:rPr lang="en-US" sz="1200" dirty="0">
                <a:effectLst/>
                <a:latin typeface="Linux Libertine"/>
                <a:ea typeface="Calibri" panose="020F0502020204030204" pitchFamily="34" charset="0"/>
              </a:rPr>
              <a:t> </a:t>
            </a:r>
            <a:r>
              <a:rPr lang="en-US" sz="1200" dirty="0">
                <a:effectLst/>
                <a:latin typeface="Times New Roman" panose="02020603050405020304" pitchFamily="18" charset="0"/>
                <a:ea typeface="Calibri" panose="020F0502020204030204" pitchFamily="34" charset="0"/>
              </a:rPr>
              <a:t>Kou, G., Yang, P., Peng, Y., Xiao, F., Chen, Y., and </a:t>
            </a:r>
            <a:r>
              <a:rPr lang="en-US" sz="1200" dirty="0" err="1">
                <a:effectLst/>
                <a:latin typeface="Times New Roman" panose="02020603050405020304" pitchFamily="18" charset="0"/>
                <a:ea typeface="Calibri" panose="020F0502020204030204" pitchFamily="34" charset="0"/>
              </a:rPr>
              <a:t>Alsaadi</a:t>
            </a:r>
            <a:r>
              <a:rPr lang="en-US" sz="1200" dirty="0">
                <a:effectLst/>
                <a:latin typeface="Times New Roman" panose="02020603050405020304" pitchFamily="18" charset="0"/>
                <a:ea typeface="Calibri" panose="020F0502020204030204" pitchFamily="34" charset="0"/>
              </a:rPr>
              <a:t>, F.E. 2019. </a:t>
            </a:r>
            <a:r>
              <a:rPr lang="en-US" sz="1200" i="1" dirty="0">
                <a:effectLst/>
                <a:latin typeface="Times New Roman" panose="02020603050405020304" pitchFamily="18" charset="0"/>
                <a:ea typeface="Calibri" panose="020F0502020204030204" pitchFamily="34" charset="0"/>
              </a:rPr>
              <a:t>Evaluation of feature selection methods for text classification with small datasets using multiple criteria decision-making methods.</a:t>
            </a:r>
            <a:r>
              <a:rPr lang="en-US" sz="1200" dirty="0">
                <a:effectLst/>
                <a:latin typeface="Times New Roman" panose="02020603050405020304" pitchFamily="18" charset="0"/>
                <a:ea typeface="Calibri" panose="020F0502020204030204" pitchFamily="34" charset="0"/>
              </a:rPr>
              <a:t> Applied Soft Computing 86, 105836. DOI: https://doi.org/10.1016/j.asoc.2019.105836.</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[6] Lee, Y., and Sun, H. 2023. </a:t>
            </a:r>
            <a:r>
              <a:rPr lang="en-US" sz="1200" i="1" dirty="0">
                <a:effectLst/>
                <a:latin typeface="Times New Roman" panose="02020603050405020304" pitchFamily="18" charset="0"/>
                <a:ea typeface="Calibri" panose="020F0502020204030204" pitchFamily="34" charset="0"/>
              </a:rPr>
              <a:t>A survey on imbalanced learning: latest research, applications, and future directions</a:t>
            </a:r>
            <a:r>
              <a:rPr lang="en-US" sz="1200" dirty="0">
                <a:effectLst/>
                <a:latin typeface="Times New Roman" panose="02020603050405020304" pitchFamily="18" charset="0"/>
                <a:ea typeface="Calibri" panose="020F0502020204030204" pitchFamily="34" charset="0"/>
              </a:rPr>
              <a:t>. Artificial Intelligence Review 56, 4, 721–739. 	</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[7] Lin, L. 2018. </a:t>
            </a:r>
            <a:r>
              <a:rPr lang="en-US" sz="1200" i="1" dirty="0">
                <a:effectLst/>
                <a:latin typeface="Times New Roman" panose="02020603050405020304" pitchFamily="18" charset="0"/>
                <a:ea typeface="Calibri" panose="020F0502020204030204" pitchFamily="34" charset="0"/>
              </a:rPr>
              <a:t>Bias caused by sampling error in meta-analysis with small sample sizes.</a:t>
            </a:r>
            <a:r>
              <a:rPr lang="en-US" sz="1200" dirty="0">
                <a:effectLst/>
                <a:latin typeface="Times New Roman" panose="02020603050405020304" pitchFamily="18" charset="0"/>
                <a:ea typeface="Calibri" panose="020F0502020204030204" pitchFamily="34" charset="0"/>
              </a:rPr>
              <a:t> DOI: </a:t>
            </a:r>
            <a:r>
              <a:rPr lang="en-US" sz="1200" u="sng" dirty="0">
                <a:solidFill>
                  <a:srgbClr val="0000FF"/>
                </a:solidFill>
                <a:effectLst/>
                <a:latin typeface="Times New Roman" panose="02020603050405020304" pitchFamily="18" charset="0"/>
                <a:ea typeface="Calibri" panose="020F0502020204030204" pitchFamily="34" charset="0"/>
                <a:hlinkClick r:id="rId5"/>
              </a:rPr>
              <a:t>https://doi.org/10.1371/journal.pone.0204056</a:t>
            </a:r>
            <a:r>
              <a:rPr lang="en-US" sz="1200" dirty="0">
                <a:effectLst/>
                <a:latin typeface="Times New Roman" panose="02020603050405020304" pitchFamily="18" charset="0"/>
                <a:ea typeface="Calibri" panose="020F0502020204030204" pitchFamily="34" charset="0"/>
              </a:rPr>
              <a:t>.</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[8] </a:t>
            </a:r>
            <a:r>
              <a:rPr lang="en-US" sz="1200" dirty="0">
                <a:effectLst/>
                <a:latin typeface="Times New Roman" panose="02020603050405020304" pitchFamily="18" charset="0"/>
                <a:ea typeface="Times New Roman" panose="02020603050405020304" pitchFamily="18" charset="0"/>
              </a:rPr>
              <a:t>Murphey, Y., and Anand, S. 2021. </a:t>
            </a:r>
            <a:r>
              <a:rPr lang="en-US" sz="1200" i="1" dirty="0">
                <a:effectLst/>
                <a:latin typeface="Times New Roman" panose="02020603050405020304" pitchFamily="18" charset="0"/>
                <a:ea typeface="Times New Roman" panose="02020603050405020304" pitchFamily="18" charset="0"/>
              </a:rPr>
              <a:t>The class imbalance problem in deep learning.</a:t>
            </a:r>
            <a:r>
              <a:rPr lang="en-US" sz="1200" dirty="0">
                <a:effectLst/>
                <a:latin typeface="Times New Roman" panose="02020603050405020304" pitchFamily="18" charset="0"/>
                <a:ea typeface="Times New Roman" panose="02020603050405020304" pitchFamily="18" charset="0"/>
              </a:rPr>
              <a:t> Machine Learning 44, 3, 123–134. DOI:</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[9]</a:t>
            </a:r>
            <a:r>
              <a:rPr lang="en-US" sz="1200" dirty="0">
                <a:latin typeface="Times New Roman" panose="02020603050405020304" pitchFamily="18" charset="0"/>
                <a:ea typeface="Calibri" panose="020F0502020204030204" pitchFamily="34" charset="0"/>
              </a:rPr>
              <a:t> </a:t>
            </a:r>
            <a:r>
              <a:rPr lang="en-US" sz="1200" dirty="0">
                <a:effectLst/>
                <a:latin typeface="Times New Roman" panose="02020603050405020304" pitchFamily="18" charset="0"/>
                <a:ea typeface="Calibri" panose="020F0502020204030204" pitchFamily="34" charset="0"/>
              </a:rPr>
              <a:t>Miao, Y., Cao, H., and Tang, M. 2022. </a:t>
            </a:r>
            <a:r>
              <a:rPr lang="en-US" sz="1200" i="1" dirty="0">
                <a:effectLst/>
                <a:latin typeface="Times New Roman" panose="02020603050405020304" pitchFamily="18" charset="0"/>
                <a:ea typeface="Calibri" panose="020F0502020204030204" pitchFamily="34" charset="0"/>
              </a:rPr>
              <a:t>A method for analyzing the performance impact of imbalanced binary data on machine learning models. </a:t>
            </a:r>
            <a:r>
              <a:rPr lang="en-US" sz="1200" dirty="0">
                <a:effectLst/>
                <a:latin typeface="Times New Roman" panose="02020603050405020304" pitchFamily="18" charset="0"/>
                <a:ea typeface="Calibri" panose="020F0502020204030204" pitchFamily="34" charset="0"/>
              </a:rPr>
              <a:t>Axioms 11, 11, 607. DOI: https://doi.org/10.3390/axioms11110607.</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[10]National Institute of Standards and Technology (NIST). 2021. </a:t>
            </a:r>
            <a:r>
              <a:rPr lang="en-US" sz="1200" i="1" dirty="0">
                <a:effectLst/>
                <a:latin typeface="Times New Roman" panose="02020603050405020304" pitchFamily="18" charset="0"/>
                <a:ea typeface="Calibri" panose="020F0502020204030204" pitchFamily="34" charset="0"/>
              </a:rPr>
              <a:t>Four Principles of Explainable Artificial Intelligence.</a:t>
            </a:r>
            <a:r>
              <a:rPr lang="en-US" sz="1200" dirty="0">
                <a:effectLst/>
                <a:latin typeface="Times New Roman" panose="02020603050405020304" pitchFamily="18" charset="0"/>
                <a:ea typeface="Calibri" panose="020F0502020204030204" pitchFamily="34" charset="0"/>
              </a:rPr>
              <a:t> NIST Internal Report 8312, 1–23. Available at: https://nvlpubs.nist.gov/nistpubs/ir/2021/NIST.IR.8312.pdf. </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[11]</a:t>
            </a:r>
            <a:r>
              <a:rPr lang="en-US" sz="1200" dirty="0">
                <a:effectLst/>
                <a:latin typeface="Linux Libertine"/>
                <a:ea typeface="Calibri" panose="020F0502020204030204" pitchFamily="34" charset="0"/>
              </a:rPr>
              <a:t> </a:t>
            </a:r>
            <a:r>
              <a:rPr lang="en-US" sz="1200" dirty="0" err="1">
                <a:effectLst/>
                <a:latin typeface="Times New Roman" panose="02020603050405020304" pitchFamily="18" charset="0"/>
                <a:ea typeface="Calibri" panose="020F0502020204030204" pitchFamily="34" charset="0"/>
              </a:rPr>
              <a:t>Oreski</a:t>
            </a:r>
            <a:r>
              <a:rPr lang="en-US" sz="1200" dirty="0">
                <a:effectLst/>
                <a:latin typeface="Times New Roman" panose="02020603050405020304" pitchFamily="18" charset="0"/>
                <a:ea typeface="Calibri" panose="020F0502020204030204" pitchFamily="34" charset="0"/>
              </a:rPr>
              <a:t>, D., </a:t>
            </a:r>
            <a:r>
              <a:rPr lang="en-US" sz="1200" dirty="0" err="1">
                <a:effectLst/>
                <a:latin typeface="Times New Roman" panose="02020603050405020304" pitchFamily="18" charset="0"/>
                <a:ea typeface="Calibri" panose="020F0502020204030204" pitchFamily="34" charset="0"/>
              </a:rPr>
              <a:t>Oreski</a:t>
            </a:r>
            <a:r>
              <a:rPr lang="en-US" sz="1200" dirty="0">
                <a:effectLst/>
                <a:latin typeface="Times New Roman" panose="02020603050405020304" pitchFamily="18" charset="0"/>
                <a:ea typeface="Calibri" panose="020F0502020204030204" pitchFamily="34" charset="0"/>
              </a:rPr>
              <a:t>, S., and </a:t>
            </a:r>
            <a:r>
              <a:rPr lang="en-US" sz="1200" dirty="0" err="1">
                <a:effectLst/>
                <a:latin typeface="Times New Roman" panose="02020603050405020304" pitchFamily="18" charset="0"/>
                <a:ea typeface="Calibri" panose="020F0502020204030204" pitchFamily="34" charset="0"/>
              </a:rPr>
              <a:t>Klicek</a:t>
            </a:r>
            <a:r>
              <a:rPr lang="en-US" sz="1200" dirty="0">
                <a:effectLst/>
                <a:latin typeface="Times New Roman" panose="02020603050405020304" pitchFamily="18" charset="0"/>
                <a:ea typeface="Calibri" panose="020F0502020204030204" pitchFamily="34" charset="0"/>
              </a:rPr>
              <a:t>, B. 2017. </a:t>
            </a:r>
            <a:r>
              <a:rPr lang="en-US" sz="1200" i="1" dirty="0">
                <a:effectLst/>
                <a:latin typeface="Times New Roman" panose="02020603050405020304" pitchFamily="18" charset="0"/>
                <a:ea typeface="Calibri" panose="020F0502020204030204" pitchFamily="34" charset="0"/>
              </a:rPr>
              <a:t>Effects of dataset characteristics on the performance of feature selection techniques.</a:t>
            </a:r>
            <a:r>
              <a:rPr lang="en-US" sz="1200" dirty="0">
                <a:effectLst/>
                <a:latin typeface="Times New Roman" panose="02020603050405020304" pitchFamily="18" charset="0"/>
                <a:ea typeface="Calibri" panose="020F0502020204030204" pitchFamily="34" charset="0"/>
              </a:rPr>
              <a:t> Applied Soft Computing 52, 109-119. DOI: https://doi.org/10.1016/j.asoc.2016.12.023.</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[12]Prashant. 2019</a:t>
            </a:r>
            <a:r>
              <a:rPr lang="en-US" sz="1200" i="1" dirty="0">
                <a:effectLst/>
                <a:latin typeface="Times New Roman" panose="02020603050405020304" pitchFamily="18" charset="0"/>
                <a:ea typeface="Calibri" panose="020F0502020204030204" pitchFamily="34" charset="0"/>
              </a:rPr>
              <a:t>. Explain Your Model Predictions with LIME. Retrieved from https://www.kaggle.com/code/prashant111/explain-your-model-predictions-with-lime/notebook.</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[13]The Conference Board. 2023. </a:t>
            </a:r>
            <a:r>
              <a:rPr lang="en-US" sz="1200" i="1" dirty="0">
                <a:effectLst/>
                <a:latin typeface="Times New Roman" panose="02020603050405020304" pitchFamily="18" charset="0"/>
                <a:ea typeface="Calibri" panose="020F0502020204030204" pitchFamily="34" charset="0"/>
              </a:rPr>
              <a:t>Explainability in AI: The Key to Trustworthy AI Decisions.</a:t>
            </a:r>
            <a:r>
              <a:rPr lang="en-US" sz="1200" dirty="0">
                <a:effectLst/>
                <a:latin typeface="Times New Roman" panose="02020603050405020304" pitchFamily="18" charset="0"/>
                <a:ea typeface="Calibri" panose="020F0502020204030204" pitchFamily="34" charset="0"/>
              </a:rPr>
              <a:t> Retrieved from </a:t>
            </a:r>
            <a:r>
              <a:rPr lang="en-US" sz="1200" u="sng" dirty="0">
                <a:solidFill>
                  <a:srgbClr val="0000FF"/>
                </a:solidFill>
                <a:effectLst/>
                <a:latin typeface="Times New Roman" panose="02020603050405020304" pitchFamily="18" charset="0"/>
                <a:ea typeface="Calibri" panose="020F0502020204030204" pitchFamily="34" charset="0"/>
                <a:hlinkClick r:id="rId6"/>
              </a:rPr>
              <a:t>https://www.conference-board.org/publications/explainability-in-ai</a:t>
            </a:r>
            <a:r>
              <a:rPr lang="en-US" sz="1200" dirty="0">
                <a:effectLst/>
                <a:latin typeface="Times New Roman" panose="02020603050405020304" pitchFamily="18" charset="0"/>
                <a:ea typeface="Calibri" panose="020F0502020204030204" pitchFamily="34" charset="0"/>
              </a:rPr>
              <a:t>.</a:t>
            </a:r>
            <a:br>
              <a:rPr lang="en-ID" sz="1200" dirty="0">
                <a:effectLst/>
                <a:latin typeface="Linux Libertine"/>
                <a:ea typeface="Calibri" panose="020F0502020204030204" pitchFamily="34" charset="0"/>
              </a:rPr>
            </a:br>
            <a:endParaRPr lang="en-ID" sz="1200" dirty="0"/>
          </a:p>
        </p:txBody>
      </p:sp>
    </p:spTree>
    <p:extLst>
      <p:ext uri="{BB962C8B-B14F-4D97-AF65-F5344CB8AC3E}">
        <p14:creationId xmlns:p14="http://schemas.microsoft.com/office/powerpoint/2010/main" val="1429937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D2D76E3-BBAC-4D3C-9314-D3076FA905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4056600" y="536575"/>
            <a:ext cx="4078800" cy="1453003"/>
          </a:xfrm>
        </p:spPr>
        <p:txBody>
          <a:bodyPr vert="horz" wrap="square" lIns="91440" tIns="45720" rIns="91440" bIns="45720" rtlCol="0" anchor="b" anchorCtr="0">
            <a:normAutofit/>
          </a:bodyPr>
          <a:lstStyle/>
          <a:p>
            <a:r>
              <a:rPr lang="en-US" sz="3200" kern="1200" cap="none" spc="0" baseline="0">
                <a:solidFill>
                  <a:schemeClr val="tx1"/>
                </a:solidFill>
                <a:latin typeface="+mj-lt"/>
                <a:ea typeface="+mj-ea"/>
                <a:cs typeface="+mj-cs"/>
              </a:rPr>
              <a:t>Thank you</a:t>
            </a:r>
          </a:p>
        </p:txBody>
      </p:sp>
      <p:grpSp>
        <p:nvGrpSpPr>
          <p:cNvPr id="10" name="Group 9">
            <a:extLst>
              <a:ext uri="{FF2B5EF4-FFF2-40B4-BE49-F238E27FC236}">
                <a16:creationId xmlns:a16="http://schemas.microsoft.com/office/drawing/2014/main" id="{75C945D9-C3DE-4D90-9F29-7BE223AAF1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11" name="Group 10">
              <a:extLst>
                <a:ext uri="{FF2B5EF4-FFF2-40B4-BE49-F238E27FC236}">
                  <a16:creationId xmlns:a16="http://schemas.microsoft.com/office/drawing/2014/main" id="{08D338B3-6DA4-45F7-91E3-7D8C28D0B26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30" name="Freeform 64">
                <a:extLst>
                  <a:ext uri="{FF2B5EF4-FFF2-40B4-BE49-F238E27FC236}">
                    <a16:creationId xmlns:a16="http://schemas.microsoft.com/office/drawing/2014/main" id="{6185FD3E-487C-45A4-AD94-24F4F7BACD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DABEF2EB-1FA6-476D-ADEC-ACC991D1EE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702C2E5D-FD1A-49AB-9CF7-7F656660A9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FE338B6A-36C1-4245-B24F-94D4DE5F7C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6CDA6293-4165-4383-9C97-2A66792280D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CACA95C4-6FB3-44B0-981E-06BBAE8F02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87433F39-33A6-4FCE-9B83-3D9A47A7C5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09C092FC-35CB-41D8-8B13-9A238EE30C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A0DF137B-3079-4986-913B-939546E64D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65">
                <a:extLst>
                  <a:ext uri="{FF2B5EF4-FFF2-40B4-BE49-F238E27FC236}">
                    <a16:creationId xmlns:a16="http://schemas.microsoft.com/office/drawing/2014/main" id="{D660B18D-F0F5-419B-B3F1-B039757C95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80FAC823-69BF-42B9-BA6A-E365E721EB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5B5DFB3A-61ED-4206-9B53-3E8A8CE9FF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C72D0A40-CAB7-45AB-B832-628D138C69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A1757DD3-2A1D-4CED-A678-ECE520A1B4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42918845-1F95-46C2-8F59-32EB33C4A36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E7391FC0-5104-4751-BB86-0D12BFFBE32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094BBC13-5B24-4DFD-A5AD-892345304C56}"/>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5D6BCBF6-E4C8-49C4-BCE6-A57F7EB6CAC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A5F536F-42F0-4F01-9893-075DD5BCCE7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60BE5073-8B4E-47B4-AC5B-31D8FD99D2C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B210067F-EA9E-4248-B2D2-39D656B3AF6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B5121029-6739-4142-9E53-48DCA4F8BDC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2" name="Group 11">
              <a:extLst>
                <a:ext uri="{FF2B5EF4-FFF2-40B4-BE49-F238E27FC236}">
                  <a16:creationId xmlns:a16="http://schemas.microsoft.com/office/drawing/2014/main" id="{B6776FFF-7CFE-4739-9104-473DA3681A0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22" name="Group 21">
                <a:extLst>
                  <a:ext uri="{FF2B5EF4-FFF2-40B4-BE49-F238E27FC236}">
                    <a16:creationId xmlns:a16="http://schemas.microsoft.com/office/drawing/2014/main" id="{739C6C41-5DF4-4A11-89B7-BAB3F63B581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A6F0F36F-7ABB-4F4C-9CC5-443B1936F4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F2DB5F0-FD30-4907-86AB-7DA7CA3E31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0A419F00-E825-4E5E-92EA-DDF22BB2F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7C5E6F1-BF29-4F80-A5F4-81345C2901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72CEDE34-3360-4BFF-8F28-053990E691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23">
                  <a:extLst>
                    <a:ext uri="{FF2B5EF4-FFF2-40B4-BE49-F238E27FC236}">
                      <a16:creationId xmlns:a16="http://schemas.microsoft.com/office/drawing/2014/main" id="{898E96F4-030D-444B-B62F-0DA028337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4">
                  <a:extLst>
                    <a:ext uri="{FF2B5EF4-FFF2-40B4-BE49-F238E27FC236}">
                      <a16:creationId xmlns:a16="http://schemas.microsoft.com/office/drawing/2014/main" id="{A5D902ED-F254-4B06-9B62-AF188FF41A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3" name="Group 12">
              <a:extLst>
                <a:ext uri="{FF2B5EF4-FFF2-40B4-BE49-F238E27FC236}">
                  <a16:creationId xmlns:a16="http://schemas.microsoft.com/office/drawing/2014/main" id="{DEBB14B7-5333-4EA3-A883-B3D949DA56E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4" name="Group 13">
                <a:extLst>
                  <a:ext uri="{FF2B5EF4-FFF2-40B4-BE49-F238E27FC236}">
                    <a16:creationId xmlns:a16="http://schemas.microsoft.com/office/drawing/2014/main" id="{1F2F0B6D-3339-445E-AE6F-EA80BB952C5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9" name="Freeform 68">
                  <a:extLst>
                    <a:ext uri="{FF2B5EF4-FFF2-40B4-BE49-F238E27FC236}">
                      <a16:creationId xmlns:a16="http://schemas.microsoft.com/office/drawing/2014/main" id="{1FD745BE-AAE8-4FD8-B107-4730C82F8C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69">
                  <a:extLst>
                    <a:ext uri="{FF2B5EF4-FFF2-40B4-BE49-F238E27FC236}">
                      <a16:creationId xmlns:a16="http://schemas.microsoft.com/office/drawing/2014/main" id="{55D7086E-72EA-4FBD-8B82-D3ECF7D51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Line 70">
                  <a:extLst>
                    <a:ext uri="{FF2B5EF4-FFF2-40B4-BE49-F238E27FC236}">
                      <a16:creationId xmlns:a16="http://schemas.microsoft.com/office/drawing/2014/main" id="{246D59ED-9B4E-4F44-B189-00E3B8D72DC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5" name="Group 14">
                <a:extLst>
                  <a:ext uri="{FF2B5EF4-FFF2-40B4-BE49-F238E27FC236}">
                    <a16:creationId xmlns:a16="http://schemas.microsoft.com/office/drawing/2014/main" id="{B726404C-494E-4C74-9581-BE06BE0D27C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6" name="Freeform 68">
                  <a:extLst>
                    <a:ext uri="{FF2B5EF4-FFF2-40B4-BE49-F238E27FC236}">
                      <a16:creationId xmlns:a16="http://schemas.microsoft.com/office/drawing/2014/main" id="{C61F0CD3-7875-46CD-A844-0B022BEF27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D83F2F78-08A8-49BE-AF85-1C3DD28602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93069262-0DE6-4BA7-9773-656AF1E6CFD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53" name="Straight Connector 52">
            <a:extLst>
              <a:ext uri="{FF2B5EF4-FFF2-40B4-BE49-F238E27FC236}">
                <a16:creationId xmlns:a16="http://schemas.microsoft.com/office/drawing/2014/main" id="{22725E2D-27B9-4A2E-B161-230C61B080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ABC2CE0-8806-4B2A-A10A-32984D317434}"/>
              </a:ext>
            </a:extLst>
          </p:cNvPr>
          <p:cNvSpPr>
            <a:spLocks noGrp="1"/>
          </p:cNvSpPr>
          <p:nvPr>
            <p:ph sz="quarter" idx="15"/>
          </p:nvPr>
        </p:nvSpPr>
        <p:spPr>
          <a:xfrm>
            <a:off x="4902627" y="2634198"/>
            <a:ext cx="2444086" cy="1270993"/>
          </a:xfrm>
        </p:spPr>
        <p:txBody>
          <a:bodyPr vert="horz" lIns="91440" tIns="45720" rIns="91440" bIns="45720" rtlCol="0">
            <a:normAutofit/>
          </a:bodyPr>
          <a:lstStyle/>
          <a:p>
            <a:r>
              <a:rPr lang="en-US" dirty="0">
                <a:cs typeface="+mn-cs"/>
              </a:rPr>
              <a:t>Purwadi, Henny</a:t>
            </a:r>
          </a:p>
          <a:p>
            <a:r>
              <a:rPr lang="en-US" dirty="0">
                <a:cs typeface="+mn-cs"/>
              </a:rPr>
              <a:t>202370140</a:t>
            </a:r>
          </a:p>
        </p:txBody>
      </p:sp>
      <p:grpSp>
        <p:nvGrpSpPr>
          <p:cNvPr id="55" name="Group 54">
            <a:extLst>
              <a:ext uri="{FF2B5EF4-FFF2-40B4-BE49-F238E27FC236}">
                <a16:creationId xmlns:a16="http://schemas.microsoft.com/office/drawing/2014/main" id="{55C23123-3C5C-4A8B-AD1C-138D7B73D8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56" name="Group 55">
              <a:extLst>
                <a:ext uri="{FF2B5EF4-FFF2-40B4-BE49-F238E27FC236}">
                  <a16:creationId xmlns:a16="http://schemas.microsoft.com/office/drawing/2014/main" id="{ADC1AC98-A945-45DC-A533-43311AB5AF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75" name="Freeform 64">
                <a:extLst>
                  <a:ext uri="{FF2B5EF4-FFF2-40B4-BE49-F238E27FC236}">
                    <a16:creationId xmlns:a16="http://schemas.microsoft.com/office/drawing/2014/main" id="{525BFDD7-7DC7-4933-95CA-274FF3A12B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81">
                <a:extLst>
                  <a:ext uri="{FF2B5EF4-FFF2-40B4-BE49-F238E27FC236}">
                    <a16:creationId xmlns:a16="http://schemas.microsoft.com/office/drawing/2014/main" id="{56EAE20D-E363-445F-AAA9-8923C7A41D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1">
                <a:extLst>
                  <a:ext uri="{FF2B5EF4-FFF2-40B4-BE49-F238E27FC236}">
                    <a16:creationId xmlns:a16="http://schemas.microsoft.com/office/drawing/2014/main" id="{63DF7269-8701-4F88-89A3-EA45D9DF59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8">
                <a:extLst>
                  <a:ext uri="{FF2B5EF4-FFF2-40B4-BE49-F238E27FC236}">
                    <a16:creationId xmlns:a16="http://schemas.microsoft.com/office/drawing/2014/main" id="{2DDEEFE7-743E-40D3-AB86-C074CADC93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4">
                <a:extLst>
                  <a:ext uri="{FF2B5EF4-FFF2-40B4-BE49-F238E27FC236}">
                    <a16:creationId xmlns:a16="http://schemas.microsoft.com/office/drawing/2014/main" id="{6DC0260D-7AA3-4733-B3CB-6389FCCABD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7">
                <a:extLst>
                  <a:ext uri="{FF2B5EF4-FFF2-40B4-BE49-F238E27FC236}">
                    <a16:creationId xmlns:a16="http://schemas.microsoft.com/office/drawing/2014/main" id="{E9487A85-3305-4BD8-A4FB-7939820DE3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60">
                <a:extLst>
                  <a:ext uri="{FF2B5EF4-FFF2-40B4-BE49-F238E27FC236}">
                    <a16:creationId xmlns:a16="http://schemas.microsoft.com/office/drawing/2014/main" id="{9A56408A-8D1F-4308-888A-C10250ED40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59">
                <a:extLst>
                  <a:ext uri="{FF2B5EF4-FFF2-40B4-BE49-F238E27FC236}">
                    <a16:creationId xmlns:a16="http://schemas.microsoft.com/office/drawing/2014/main" id="{B8EA7519-3D12-4CBF-9CF9-2DBF5379C4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62">
                <a:extLst>
                  <a:ext uri="{FF2B5EF4-FFF2-40B4-BE49-F238E27FC236}">
                    <a16:creationId xmlns:a16="http://schemas.microsoft.com/office/drawing/2014/main" id="{CBCFA958-AB70-45BC-86FB-95916AC882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4" name="Freeform 65">
                <a:extLst>
                  <a:ext uri="{FF2B5EF4-FFF2-40B4-BE49-F238E27FC236}">
                    <a16:creationId xmlns:a16="http://schemas.microsoft.com/office/drawing/2014/main" id="{EC7CC8AD-3574-4368-9084-30AA269FB7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79">
                <a:extLst>
                  <a:ext uri="{FF2B5EF4-FFF2-40B4-BE49-F238E27FC236}">
                    <a16:creationId xmlns:a16="http://schemas.microsoft.com/office/drawing/2014/main" id="{AAF385D0-C8F4-4D2E-A604-55B0C4A37A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82">
                <a:extLst>
                  <a:ext uri="{FF2B5EF4-FFF2-40B4-BE49-F238E27FC236}">
                    <a16:creationId xmlns:a16="http://schemas.microsoft.com/office/drawing/2014/main" id="{5807D27C-D4CF-4DD8-95BF-BE0E820995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85">
                <a:extLst>
                  <a:ext uri="{FF2B5EF4-FFF2-40B4-BE49-F238E27FC236}">
                    <a16:creationId xmlns:a16="http://schemas.microsoft.com/office/drawing/2014/main" id="{AF358179-B76F-48FB-9D1E-25F2B422B7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88">
                <a:extLst>
                  <a:ext uri="{FF2B5EF4-FFF2-40B4-BE49-F238E27FC236}">
                    <a16:creationId xmlns:a16="http://schemas.microsoft.com/office/drawing/2014/main" id="{4F860F54-6F02-429D-84F9-216C593FDA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9" name="Group 88">
                <a:extLst>
                  <a:ext uri="{FF2B5EF4-FFF2-40B4-BE49-F238E27FC236}">
                    <a16:creationId xmlns:a16="http://schemas.microsoft.com/office/drawing/2014/main" id="{AF2CD1C6-D2DC-4C27-A7A3-0D6ECCB7B2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90" name="Line 63">
                  <a:extLst>
                    <a:ext uri="{FF2B5EF4-FFF2-40B4-BE49-F238E27FC236}">
                      <a16:creationId xmlns:a16="http://schemas.microsoft.com/office/drawing/2014/main" id="{17251CE3-FBBE-4B37-B229-DF726C4AE56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Line 66">
                  <a:extLst>
                    <a:ext uri="{FF2B5EF4-FFF2-40B4-BE49-F238E27FC236}">
                      <a16:creationId xmlns:a16="http://schemas.microsoft.com/office/drawing/2014/main" id="{14522961-6FA8-43A3-894B-20435789E3A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 name="Line 67">
                  <a:extLst>
                    <a:ext uri="{FF2B5EF4-FFF2-40B4-BE49-F238E27FC236}">
                      <a16:creationId xmlns:a16="http://schemas.microsoft.com/office/drawing/2014/main" id="{54230A9C-2E62-416C-A910-A26CB0BB744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Line 80">
                  <a:extLst>
                    <a:ext uri="{FF2B5EF4-FFF2-40B4-BE49-F238E27FC236}">
                      <a16:creationId xmlns:a16="http://schemas.microsoft.com/office/drawing/2014/main" id="{EDC7B8CE-339C-4B31-9A1E-1E6F3F20E51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Line 83">
                  <a:extLst>
                    <a:ext uri="{FF2B5EF4-FFF2-40B4-BE49-F238E27FC236}">
                      <a16:creationId xmlns:a16="http://schemas.microsoft.com/office/drawing/2014/main" id="{D5900B3C-A349-4C11-8871-F0C656F06A2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5" name="Line 86">
                  <a:extLst>
                    <a:ext uri="{FF2B5EF4-FFF2-40B4-BE49-F238E27FC236}">
                      <a16:creationId xmlns:a16="http://schemas.microsoft.com/office/drawing/2014/main" id="{B836DF39-5332-440E-BD43-94EF14B9F7A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6" name="Line 89">
                  <a:extLst>
                    <a:ext uri="{FF2B5EF4-FFF2-40B4-BE49-F238E27FC236}">
                      <a16:creationId xmlns:a16="http://schemas.microsoft.com/office/drawing/2014/main" id="{25596AFB-7112-451F-A40E-C4D365BC050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7" name="Group 56">
              <a:extLst>
                <a:ext uri="{FF2B5EF4-FFF2-40B4-BE49-F238E27FC236}">
                  <a16:creationId xmlns:a16="http://schemas.microsoft.com/office/drawing/2014/main" id="{467B87DF-BE21-4275-A328-36294B5E87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7" name="Group 66">
                <a:extLst>
                  <a:ext uri="{FF2B5EF4-FFF2-40B4-BE49-F238E27FC236}">
                    <a16:creationId xmlns:a16="http://schemas.microsoft.com/office/drawing/2014/main" id="{5DF7768E-3A7E-48EA-AE6B-544137E0171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71" name="Straight Connector 70">
                  <a:extLst>
                    <a:ext uri="{FF2B5EF4-FFF2-40B4-BE49-F238E27FC236}">
                      <a16:creationId xmlns:a16="http://schemas.microsoft.com/office/drawing/2014/main" id="{0C7E39C2-9BBA-4C6E-B352-FADF72FF84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5FF2688-1869-4A97-A594-AD2F8C720AD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3" name="Rectangle 30">
                  <a:extLst>
                    <a:ext uri="{FF2B5EF4-FFF2-40B4-BE49-F238E27FC236}">
                      <a16:creationId xmlns:a16="http://schemas.microsoft.com/office/drawing/2014/main" id="{035F350E-CDEC-47D7-B1F6-BB33F7263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30">
                  <a:extLst>
                    <a:ext uri="{FF2B5EF4-FFF2-40B4-BE49-F238E27FC236}">
                      <a16:creationId xmlns:a16="http://schemas.microsoft.com/office/drawing/2014/main" id="{32757671-5219-4448-9D74-96978B78F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A62FFE05-1BB5-478B-ACB7-0201D6E0B86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9" name="Freeform: Shape 68">
                  <a:extLst>
                    <a:ext uri="{FF2B5EF4-FFF2-40B4-BE49-F238E27FC236}">
                      <a16:creationId xmlns:a16="http://schemas.microsoft.com/office/drawing/2014/main" id="{08CF1D90-5BE7-4777-9D00-4B898D6A5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70" name="Freeform: Shape 69">
                  <a:extLst>
                    <a:ext uri="{FF2B5EF4-FFF2-40B4-BE49-F238E27FC236}">
                      <a16:creationId xmlns:a16="http://schemas.microsoft.com/office/drawing/2014/main" id="{D066325E-CB67-49CD-9A41-2CFD6BCC90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8" name="Group 57">
              <a:extLst>
                <a:ext uri="{FF2B5EF4-FFF2-40B4-BE49-F238E27FC236}">
                  <a16:creationId xmlns:a16="http://schemas.microsoft.com/office/drawing/2014/main" id="{7405EB12-3265-4FD8-AE15-B453CFF0849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9" name="Group 58">
                <a:extLst>
                  <a:ext uri="{FF2B5EF4-FFF2-40B4-BE49-F238E27FC236}">
                    <a16:creationId xmlns:a16="http://schemas.microsoft.com/office/drawing/2014/main" id="{BCD1DA60-1F78-4286-AD75-48457E4E42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64" name="Freeform 68">
                  <a:extLst>
                    <a:ext uri="{FF2B5EF4-FFF2-40B4-BE49-F238E27FC236}">
                      <a16:creationId xmlns:a16="http://schemas.microsoft.com/office/drawing/2014/main" id="{F2434CC9-D9BE-4CC5-A618-AC659C5CBD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69">
                  <a:extLst>
                    <a:ext uri="{FF2B5EF4-FFF2-40B4-BE49-F238E27FC236}">
                      <a16:creationId xmlns:a16="http://schemas.microsoft.com/office/drawing/2014/main" id="{B9A88CD6-DA9C-42B2-A37B-5A0E1BED75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6" name="Line 70">
                  <a:extLst>
                    <a:ext uri="{FF2B5EF4-FFF2-40B4-BE49-F238E27FC236}">
                      <a16:creationId xmlns:a16="http://schemas.microsoft.com/office/drawing/2014/main" id="{4A018333-A419-44AE-9CF5-57D5319073C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0" name="Group 59">
                <a:extLst>
                  <a:ext uri="{FF2B5EF4-FFF2-40B4-BE49-F238E27FC236}">
                    <a16:creationId xmlns:a16="http://schemas.microsoft.com/office/drawing/2014/main" id="{4C9BB730-80E2-4F3A-882B-7ED9186ABD9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61" name="Freeform 68">
                  <a:extLst>
                    <a:ext uri="{FF2B5EF4-FFF2-40B4-BE49-F238E27FC236}">
                      <a16:creationId xmlns:a16="http://schemas.microsoft.com/office/drawing/2014/main" id="{D48E4E69-835A-40C7-A548-8947A81DC1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69">
                  <a:extLst>
                    <a:ext uri="{FF2B5EF4-FFF2-40B4-BE49-F238E27FC236}">
                      <a16:creationId xmlns:a16="http://schemas.microsoft.com/office/drawing/2014/main" id="{E4F80DAC-11B8-4A6F-9CAA-8C62C6A2E6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3" name="Line 70">
                  <a:extLst>
                    <a:ext uri="{FF2B5EF4-FFF2-40B4-BE49-F238E27FC236}">
                      <a16:creationId xmlns:a16="http://schemas.microsoft.com/office/drawing/2014/main" id="{FF491AF2-6D67-4650-B34C-5BB5F1128406}"/>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EDA63D-DE73-4ED5-BDF0-D3D9FD35E1ED}">
  <ds:schemaRefs>
    <ds:schemaRef ds:uri="http://schemas.microsoft.com/sharepoint/v3/contenttype/forms"/>
  </ds:schemaRefs>
</ds:datastoreItem>
</file>

<file path=customXml/itemProps2.xml><?xml version="1.0" encoding="utf-8"?>
<ds:datastoreItem xmlns:ds="http://schemas.openxmlformats.org/officeDocument/2006/customXml" ds:itemID="{C8AE25C0-66E9-4E74-9814-75E5D2A6CAB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8954E08-A2C8-44D4-BABF-5531D0DF1F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{46241ACC-C46B-4761-9028-CEF51A59A34D}tf11158769_win32</Template>
  <TotalTime>326</TotalTime>
  <Words>1592</Words>
  <Application>Microsoft Office PowerPoint</Application>
  <PresentationFormat>Widescreen</PresentationFormat>
  <Paragraphs>123</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Arial Black</vt:lpstr>
      <vt:lpstr>Avenir Next LT Pro</vt:lpstr>
      <vt:lpstr>Calibri</vt:lpstr>
      <vt:lpstr>Goudy Old Style</vt:lpstr>
      <vt:lpstr>Linux Libertine</vt:lpstr>
      <vt:lpstr>Times New Roman</vt:lpstr>
      <vt:lpstr>Wingdings</vt:lpstr>
      <vt:lpstr>FrostyVTI</vt:lpstr>
      <vt:lpstr> Assessing the Impact of Documenting Dataset Characteristics —Homogeneity Composition and Data Sparsity— on AI Model Transparency, Fairness, and Bias Evaluation  Examining Bias and Unfairness in Explainable Artificial Intelligence (XAI) Due to Imbalanced Training Data and Misleading Effects of Small Sample Sizes </vt:lpstr>
      <vt:lpstr>Abstract</vt:lpstr>
      <vt:lpstr>Agenda</vt:lpstr>
      <vt:lpstr>01. Introduction</vt:lpstr>
      <vt:lpstr>This study proposes the incorporation of dataset characteristics to be documented into Responsible AI and Explainable AI (XAI) practices,  especially the homogeneity composition, whether the dataset is balanced or imbalanced,  and data sparsity, whether small or large samples,  for transparency at both the data and model levels</vt:lpstr>
      <vt:lpstr>Research Questions</vt:lpstr>
      <vt:lpstr>02. Literature Review</vt:lpstr>
      <vt:lpstr>2.1. Overview of Relevant Previous Study</vt:lpstr>
      <vt:lpstr>2.2. Terminology and Definition</vt:lpstr>
      <vt:lpstr>03. Methodology</vt:lpstr>
      <vt:lpstr>PowerPoint Presentation</vt:lpstr>
      <vt:lpstr>04. Result Findings</vt:lpstr>
      <vt:lpstr>Small Balanced Dataset Confusion Matrix and LIME</vt:lpstr>
      <vt:lpstr>Small Imbalanced Dataset Confusion Matrix and LIME</vt:lpstr>
      <vt:lpstr>Small Dataset Comparison</vt:lpstr>
      <vt:lpstr>Large Balanced Dataset Confusion Matrix and LIME</vt:lpstr>
      <vt:lpstr>Large Imbalanced Dataset Confusion Matrix and LIME</vt:lpstr>
      <vt:lpstr>Large Dataset Comparison</vt:lpstr>
      <vt:lpstr>Result</vt:lpstr>
      <vt:lpstr>05. Discussions</vt:lpstr>
      <vt:lpstr>A significant impact of dataset composition  on model fairness and transparency</vt:lpstr>
      <vt:lpstr>Discussion of Limitation  Several limitations of this research</vt:lpstr>
      <vt:lpstr>06. Conclusions</vt:lpstr>
      <vt:lpstr>Summary of the Key Findings</vt:lpstr>
      <vt:lpstr>Recommendation for Future Research</vt:lpstr>
      <vt:lpstr>07. Bibliography</vt:lpstr>
      <vt:lpstr> [1] Burkov,A. 2019. The Hundred-Page Machine Learning Book. Retrieved on October 12, 2024, from [2] Dadkhahnikoo, Neama. (2019-11-11). Incident Number 92. In McGregor, S. (ed.) Artificial Intelligence Incident Database. Responsible AI Collaborative. Retrieved on October 12, 2024, from https://incidentdatabase.ai/cite/92. [3] Johnson, J.M. and Khoshgoftaar, T.M. 2019. Survey on deep learning with class imbalance. Journal of Big Data. 6, 27 (2019). https://doi.org/10.1186/s40537-019-0192-5 [4] Jurafsky, D., &amp; Martin, J. H. (2024, August 20). Logistic Regression. In Speech and Language Processing (3rd ed.). Retrieved from https://web.stanford.edu/~jurafsky/slp3/5.pdf. [5] Kou, G., Yang, P., Peng, Y., Xiao, F., Chen, Y., and Alsaadi, F.E. 2019. Evaluation of feature selection methods for text classification with small datasets using multiple criteria decision-making methods. Applied Soft Computing 86, 105836. DOI: https://doi.org/10.1016/j.asoc.2019.105836. [6] Lee, Y., and Sun, H. 2023. A survey on imbalanced learning: latest research, applications, and future directions. Artificial Intelligence Review 56, 4, 721–739.   [7] Lin, L. 2018. Bias caused by sampling error in meta-analysis with small sample sizes. DOI: https://doi.org/10.1371/journal.pone.0204056. [8] Murphey, Y., and Anand, S. 2021. The class imbalance problem in deep learning. Machine Learning 44, 3, 123–134. DOI: [9] Miao, Y., Cao, H., and Tang, M. 2022. A method for analyzing the performance impact of imbalanced binary data on machine learning models. Axioms 11, 11, 607. DOI: https://doi.org/10.3390/axioms11110607. [10]National Institute of Standards and Technology (NIST). 2021. Four Principles of Explainable Artificial Intelligence. NIST Internal Report 8312, 1–23. Available at: https://nvlpubs.nist.gov/nistpubs/ir/2021/NIST.IR.8312.pdf.  [11] Oreski, D., Oreski, S., and Klicek, B. 2017. Effects of dataset characteristics on the performance of feature selection techniques. Applied Soft Computing 52, 109-119. DOI: https://doi.org/10.1016/j.asoc.2016.12.023. [12]Prashant. 2019. Explain Your Model Predictions with LIME. Retrieved from https://www.kaggle.com/code/prashant111/explain-your-model-predictions-with-lime/notebook. [13]The Conference Board. 2023. Explainability in AI: The Key to Trustworthy AI Decisions. Retrieved from https://www.conference-board.org/publications/explainability-in-ai.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Henny Purwadi</dc:creator>
  <cp:lastModifiedBy>Henny Purwadi</cp:lastModifiedBy>
  <cp:revision>148</cp:revision>
  <dcterms:created xsi:type="dcterms:W3CDTF">2024-11-01T12:30:02Z</dcterms:created>
  <dcterms:modified xsi:type="dcterms:W3CDTF">2024-11-03T12:42:54Z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